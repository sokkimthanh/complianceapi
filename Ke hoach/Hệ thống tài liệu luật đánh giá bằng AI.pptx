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73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38" autoAdjust="0"/>
  </p:normalViewPr>
  <p:slideViewPr>
    <p:cSldViewPr snapToGrid="0">
      <p:cViewPr varScale="1">
        <p:scale>
          <a:sx n="93" d="100"/>
          <a:sy n="93" d="100"/>
        </p:scale>
        <p:origin x="8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4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14F87B-434E-4B2F-BC15-70D606F4F14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8F571CD-716E-461C-8A8D-D0E48C1969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Hệ thống tự động phân tích tuân thủ pháp lý bằng AI cho doanh nghiệp.</a:t>
          </a:r>
        </a:p>
      </dgm:t>
    </dgm:pt>
    <dgm:pt modelId="{5EAA453A-BFC2-493F-B0E0-5AB4BEF0BE52}" type="parTrans" cxnId="{DD308F6C-F1B4-4DAB-8349-3259C05FABA0}">
      <dgm:prSet/>
      <dgm:spPr/>
      <dgm:t>
        <a:bodyPr/>
        <a:lstStyle/>
        <a:p>
          <a:endParaRPr lang="en-US"/>
        </a:p>
      </dgm:t>
    </dgm:pt>
    <dgm:pt modelId="{AE0568F7-B35D-4A9E-8296-3CAE49E2857B}" type="sibTrans" cxnId="{DD308F6C-F1B4-4DAB-8349-3259C05FABA0}">
      <dgm:prSet/>
      <dgm:spPr/>
      <dgm:t>
        <a:bodyPr/>
        <a:lstStyle/>
        <a:p>
          <a:endParaRPr lang="en-US"/>
        </a:p>
      </dgm:t>
    </dgm:pt>
    <dgm:pt modelId="{4B359BC7-990F-4E51-BC33-94AE948F90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Họ tên: Sok Kim Thanh</a:t>
          </a:r>
        </a:p>
      </dgm:t>
    </dgm:pt>
    <dgm:pt modelId="{ADCD7870-D691-47E0-BA28-9306F6C2A044}" type="parTrans" cxnId="{3E849EA7-B86F-455D-BA7D-3FE634D4D5A2}">
      <dgm:prSet/>
      <dgm:spPr/>
      <dgm:t>
        <a:bodyPr/>
        <a:lstStyle/>
        <a:p>
          <a:endParaRPr lang="en-US"/>
        </a:p>
      </dgm:t>
    </dgm:pt>
    <dgm:pt modelId="{AB2C9CDA-CE70-4F51-A1D6-B7B40CA57FED}" type="sibTrans" cxnId="{3E849EA7-B86F-455D-BA7D-3FE634D4D5A2}">
      <dgm:prSet/>
      <dgm:spPr/>
      <dgm:t>
        <a:bodyPr/>
        <a:lstStyle/>
        <a:p>
          <a:endParaRPr lang="en-US"/>
        </a:p>
      </dgm:t>
    </dgm:pt>
    <dgm:pt modelId="{2D713EF3-16C8-4682-8475-6C8506979F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Công nghệ sử dụng: .NET 9, Python (FastAPI), React, OpenAI, Docker.</a:t>
          </a:r>
        </a:p>
      </dgm:t>
    </dgm:pt>
    <dgm:pt modelId="{B170B34D-E994-469F-AAFF-0F06BAF0DDC5}" type="parTrans" cxnId="{BB6A1DC8-0337-4036-8893-9D5FF59DF9CC}">
      <dgm:prSet/>
      <dgm:spPr/>
      <dgm:t>
        <a:bodyPr/>
        <a:lstStyle/>
        <a:p>
          <a:endParaRPr lang="en-US"/>
        </a:p>
      </dgm:t>
    </dgm:pt>
    <dgm:pt modelId="{7F163A3D-DF7C-4AE4-8230-1938D1A9FD84}" type="sibTrans" cxnId="{BB6A1DC8-0337-4036-8893-9D5FF59DF9CC}">
      <dgm:prSet/>
      <dgm:spPr/>
      <dgm:t>
        <a:bodyPr/>
        <a:lstStyle/>
        <a:p>
          <a:endParaRPr lang="en-US"/>
        </a:p>
      </dgm:t>
    </dgm:pt>
    <dgm:pt modelId="{A91D4BD5-CA45-4DA7-ADA8-068C30D2897D}" type="pres">
      <dgm:prSet presAssocID="{0014F87B-434E-4B2F-BC15-70D606F4F149}" presName="root" presStyleCnt="0">
        <dgm:presLayoutVars>
          <dgm:dir/>
          <dgm:resizeHandles val="exact"/>
        </dgm:presLayoutVars>
      </dgm:prSet>
      <dgm:spPr/>
    </dgm:pt>
    <dgm:pt modelId="{6DB9CEBE-C25B-494B-B3B9-8E35E2223FBA}" type="pres">
      <dgm:prSet presAssocID="{98F571CD-716E-461C-8A8D-D0E48C19690F}" presName="compNode" presStyleCnt="0"/>
      <dgm:spPr/>
    </dgm:pt>
    <dgm:pt modelId="{C712A24F-975C-4F30-B562-05B165C3F4FD}" type="pres">
      <dgm:prSet presAssocID="{98F571CD-716E-461C-8A8D-D0E48C19690F}" presName="bgRect" presStyleLbl="bgShp" presStyleIdx="0" presStyleCnt="2"/>
      <dgm:spPr/>
    </dgm:pt>
    <dgm:pt modelId="{27A4A6AF-A407-47E0-A26D-75D8294751A1}" type="pres">
      <dgm:prSet presAssocID="{98F571CD-716E-461C-8A8D-D0E48C19690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698D503-D069-4FF0-BAD6-13B3711559CD}" type="pres">
      <dgm:prSet presAssocID="{98F571CD-716E-461C-8A8D-D0E48C19690F}" presName="spaceRect" presStyleCnt="0"/>
      <dgm:spPr/>
    </dgm:pt>
    <dgm:pt modelId="{824B2B75-AF4E-40EC-A238-3A3760022358}" type="pres">
      <dgm:prSet presAssocID="{98F571CD-716E-461C-8A8D-D0E48C19690F}" presName="parTx" presStyleLbl="revTx" presStyleIdx="0" presStyleCnt="3">
        <dgm:presLayoutVars>
          <dgm:chMax val="0"/>
          <dgm:chPref val="0"/>
        </dgm:presLayoutVars>
      </dgm:prSet>
      <dgm:spPr/>
    </dgm:pt>
    <dgm:pt modelId="{F8304FBB-A31D-4248-9391-84E07D70F755}" type="pres">
      <dgm:prSet presAssocID="{AE0568F7-B35D-4A9E-8296-3CAE49E2857B}" presName="sibTrans" presStyleCnt="0"/>
      <dgm:spPr/>
    </dgm:pt>
    <dgm:pt modelId="{0545D05E-37E4-45CB-A536-5DD1A77E9B4F}" type="pres">
      <dgm:prSet presAssocID="{4B359BC7-990F-4E51-BC33-94AE948F90D8}" presName="compNode" presStyleCnt="0"/>
      <dgm:spPr/>
    </dgm:pt>
    <dgm:pt modelId="{30B7DEBB-DA15-4B54-AFAD-4BC92CA97874}" type="pres">
      <dgm:prSet presAssocID="{4B359BC7-990F-4E51-BC33-94AE948F90D8}" presName="bgRect" presStyleLbl="bgShp" presStyleIdx="1" presStyleCnt="2"/>
      <dgm:spPr/>
    </dgm:pt>
    <dgm:pt modelId="{B706BE97-D94A-4ED0-B7A7-BC7399FA0283}" type="pres">
      <dgm:prSet presAssocID="{4B359BC7-990F-4E51-BC33-94AE948F90D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BEB8D056-FFBA-4AB3-82FE-DBEBD0F811BE}" type="pres">
      <dgm:prSet presAssocID="{4B359BC7-990F-4E51-BC33-94AE948F90D8}" presName="spaceRect" presStyleCnt="0"/>
      <dgm:spPr/>
    </dgm:pt>
    <dgm:pt modelId="{F61022D7-CBBA-460D-80AE-21DBA759AA6F}" type="pres">
      <dgm:prSet presAssocID="{4B359BC7-990F-4E51-BC33-94AE948F90D8}" presName="parTx" presStyleLbl="revTx" presStyleIdx="1" presStyleCnt="3">
        <dgm:presLayoutVars>
          <dgm:chMax val="0"/>
          <dgm:chPref val="0"/>
        </dgm:presLayoutVars>
      </dgm:prSet>
      <dgm:spPr/>
    </dgm:pt>
    <dgm:pt modelId="{9FF22DD2-B6C6-4B78-82A4-23BA016E683D}" type="pres">
      <dgm:prSet presAssocID="{4B359BC7-990F-4E51-BC33-94AE948F90D8}" presName="desTx" presStyleLbl="revTx" presStyleIdx="2" presStyleCnt="3">
        <dgm:presLayoutVars/>
      </dgm:prSet>
      <dgm:spPr/>
    </dgm:pt>
  </dgm:ptLst>
  <dgm:cxnLst>
    <dgm:cxn modelId="{A743EC3E-E735-4D29-9995-F0AB19F2DC3A}" type="presOf" srcId="{98F571CD-716E-461C-8A8D-D0E48C19690F}" destId="{824B2B75-AF4E-40EC-A238-3A3760022358}" srcOrd="0" destOrd="0" presId="urn:microsoft.com/office/officeart/2018/2/layout/IconVerticalSolidList"/>
    <dgm:cxn modelId="{24655362-54A1-42B4-97AE-C9281E96C3EC}" type="presOf" srcId="{2D713EF3-16C8-4682-8475-6C8506979FD0}" destId="{9FF22DD2-B6C6-4B78-82A4-23BA016E683D}" srcOrd="0" destOrd="0" presId="urn:microsoft.com/office/officeart/2018/2/layout/IconVerticalSolidList"/>
    <dgm:cxn modelId="{DD308F6C-F1B4-4DAB-8349-3259C05FABA0}" srcId="{0014F87B-434E-4B2F-BC15-70D606F4F149}" destId="{98F571CD-716E-461C-8A8D-D0E48C19690F}" srcOrd="0" destOrd="0" parTransId="{5EAA453A-BFC2-493F-B0E0-5AB4BEF0BE52}" sibTransId="{AE0568F7-B35D-4A9E-8296-3CAE49E2857B}"/>
    <dgm:cxn modelId="{3E849EA7-B86F-455D-BA7D-3FE634D4D5A2}" srcId="{0014F87B-434E-4B2F-BC15-70D606F4F149}" destId="{4B359BC7-990F-4E51-BC33-94AE948F90D8}" srcOrd="1" destOrd="0" parTransId="{ADCD7870-D691-47E0-BA28-9306F6C2A044}" sibTransId="{AB2C9CDA-CE70-4F51-A1D6-B7B40CA57FED}"/>
    <dgm:cxn modelId="{BB6A1DC8-0337-4036-8893-9D5FF59DF9CC}" srcId="{4B359BC7-990F-4E51-BC33-94AE948F90D8}" destId="{2D713EF3-16C8-4682-8475-6C8506979FD0}" srcOrd="0" destOrd="0" parTransId="{B170B34D-E994-469F-AAFF-0F06BAF0DDC5}" sibTransId="{7F163A3D-DF7C-4AE4-8230-1938D1A9FD84}"/>
    <dgm:cxn modelId="{AB9EA8D8-0619-4B30-98AE-F8552B43A86F}" type="presOf" srcId="{0014F87B-434E-4B2F-BC15-70D606F4F149}" destId="{A91D4BD5-CA45-4DA7-ADA8-068C30D2897D}" srcOrd="0" destOrd="0" presId="urn:microsoft.com/office/officeart/2018/2/layout/IconVerticalSolidList"/>
    <dgm:cxn modelId="{32E53DF7-9935-4887-8647-06B60237F051}" type="presOf" srcId="{4B359BC7-990F-4E51-BC33-94AE948F90D8}" destId="{F61022D7-CBBA-460D-80AE-21DBA759AA6F}" srcOrd="0" destOrd="0" presId="urn:microsoft.com/office/officeart/2018/2/layout/IconVerticalSolidList"/>
    <dgm:cxn modelId="{5736CC59-8245-4891-8555-B25AE521AA9A}" type="presParOf" srcId="{A91D4BD5-CA45-4DA7-ADA8-068C30D2897D}" destId="{6DB9CEBE-C25B-494B-B3B9-8E35E2223FBA}" srcOrd="0" destOrd="0" presId="urn:microsoft.com/office/officeart/2018/2/layout/IconVerticalSolidList"/>
    <dgm:cxn modelId="{E94A8208-E0B8-44D9-8BDF-28A6938D633F}" type="presParOf" srcId="{6DB9CEBE-C25B-494B-B3B9-8E35E2223FBA}" destId="{C712A24F-975C-4F30-B562-05B165C3F4FD}" srcOrd="0" destOrd="0" presId="urn:microsoft.com/office/officeart/2018/2/layout/IconVerticalSolidList"/>
    <dgm:cxn modelId="{1FD2333A-243D-43EC-AEDF-18954DDDD97E}" type="presParOf" srcId="{6DB9CEBE-C25B-494B-B3B9-8E35E2223FBA}" destId="{27A4A6AF-A407-47E0-A26D-75D8294751A1}" srcOrd="1" destOrd="0" presId="urn:microsoft.com/office/officeart/2018/2/layout/IconVerticalSolidList"/>
    <dgm:cxn modelId="{3F05CF99-9814-4D0C-9510-BF44F1A49D2C}" type="presParOf" srcId="{6DB9CEBE-C25B-494B-B3B9-8E35E2223FBA}" destId="{7698D503-D069-4FF0-BAD6-13B3711559CD}" srcOrd="2" destOrd="0" presId="urn:microsoft.com/office/officeart/2018/2/layout/IconVerticalSolidList"/>
    <dgm:cxn modelId="{68E089CB-F718-44DD-9CA6-E0B9F23AF22D}" type="presParOf" srcId="{6DB9CEBE-C25B-494B-B3B9-8E35E2223FBA}" destId="{824B2B75-AF4E-40EC-A238-3A3760022358}" srcOrd="3" destOrd="0" presId="urn:microsoft.com/office/officeart/2018/2/layout/IconVerticalSolidList"/>
    <dgm:cxn modelId="{98CE0DAF-3D04-49F3-8E80-E58ED65DAB55}" type="presParOf" srcId="{A91D4BD5-CA45-4DA7-ADA8-068C30D2897D}" destId="{F8304FBB-A31D-4248-9391-84E07D70F755}" srcOrd="1" destOrd="0" presId="urn:microsoft.com/office/officeart/2018/2/layout/IconVerticalSolidList"/>
    <dgm:cxn modelId="{58CF740A-A9CF-42D1-9586-9ABA1357E2E3}" type="presParOf" srcId="{A91D4BD5-CA45-4DA7-ADA8-068C30D2897D}" destId="{0545D05E-37E4-45CB-A536-5DD1A77E9B4F}" srcOrd="2" destOrd="0" presId="urn:microsoft.com/office/officeart/2018/2/layout/IconVerticalSolidList"/>
    <dgm:cxn modelId="{85C874AC-8F56-4360-BA5E-84EC4D244FEB}" type="presParOf" srcId="{0545D05E-37E4-45CB-A536-5DD1A77E9B4F}" destId="{30B7DEBB-DA15-4B54-AFAD-4BC92CA97874}" srcOrd="0" destOrd="0" presId="urn:microsoft.com/office/officeart/2018/2/layout/IconVerticalSolidList"/>
    <dgm:cxn modelId="{7692D369-161C-42CE-98EB-05E15BCDD7A5}" type="presParOf" srcId="{0545D05E-37E4-45CB-A536-5DD1A77E9B4F}" destId="{B706BE97-D94A-4ED0-B7A7-BC7399FA0283}" srcOrd="1" destOrd="0" presId="urn:microsoft.com/office/officeart/2018/2/layout/IconVerticalSolidList"/>
    <dgm:cxn modelId="{DA527E4E-0784-4831-9B03-E9594103C572}" type="presParOf" srcId="{0545D05E-37E4-45CB-A536-5DD1A77E9B4F}" destId="{BEB8D056-FFBA-4AB3-82FE-DBEBD0F811BE}" srcOrd="2" destOrd="0" presId="urn:microsoft.com/office/officeart/2018/2/layout/IconVerticalSolidList"/>
    <dgm:cxn modelId="{63449E3C-FC7D-44DB-9B74-18A320BE7BC5}" type="presParOf" srcId="{0545D05E-37E4-45CB-A536-5DD1A77E9B4F}" destId="{F61022D7-CBBA-460D-80AE-21DBA759AA6F}" srcOrd="3" destOrd="0" presId="urn:microsoft.com/office/officeart/2018/2/layout/IconVerticalSolidList"/>
    <dgm:cxn modelId="{BB4D2FF3-29CA-4513-89B3-24BDD95AAA6E}" type="presParOf" srcId="{0545D05E-37E4-45CB-A536-5DD1A77E9B4F}" destId="{9FF22DD2-B6C6-4B78-82A4-23BA016E683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9FE850-A445-4C78-BF26-5DDCA00BEEAF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3E5701B-E7A7-45AE-821A-F8D6972440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Giải pháp:</a:t>
          </a:r>
          <a:r>
            <a:rPr lang="en-US" b="0" i="0" baseline="0"/>
            <a:t> Ứng dụng AI (LLM) để tự động hóa quy trình đọc hiểu và đối soát văn bản.</a:t>
          </a:r>
          <a:endParaRPr lang="en-US"/>
        </a:p>
      </dgm:t>
    </dgm:pt>
    <dgm:pt modelId="{931EDFB0-123A-4F0E-8197-2615816CCD60}" type="parTrans" cxnId="{EC73A73D-29DA-4EE5-B69D-C7B378C7416D}">
      <dgm:prSet/>
      <dgm:spPr/>
      <dgm:t>
        <a:bodyPr/>
        <a:lstStyle/>
        <a:p>
          <a:endParaRPr lang="en-US"/>
        </a:p>
      </dgm:t>
    </dgm:pt>
    <dgm:pt modelId="{3923EF37-90A6-4EFB-9F21-24357182BF9E}" type="sibTrans" cxnId="{EC73A73D-29DA-4EE5-B69D-C7B378C7416D}">
      <dgm:prSet/>
      <dgm:spPr/>
      <dgm:t>
        <a:bodyPr/>
        <a:lstStyle/>
        <a:p>
          <a:endParaRPr lang="en-US"/>
        </a:p>
      </dgm:t>
    </dgm:pt>
    <dgm:pt modelId="{3D2FC4F5-6CEA-4FB7-AEB7-B55B097301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Mục tiêu hệ thống:</a:t>
          </a:r>
          <a:endParaRPr lang="en-US"/>
        </a:p>
      </dgm:t>
    </dgm:pt>
    <dgm:pt modelId="{DA1EAADF-73D4-4F13-86C3-7E74510CC89D}" type="parTrans" cxnId="{10E57826-3030-44D2-AEE0-BAF285576C57}">
      <dgm:prSet/>
      <dgm:spPr/>
      <dgm:t>
        <a:bodyPr/>
        <a:lstStyle/>
        <a:p>
          <a:endParaRPr lang="en-US"/>
        </a:p>
      </dgm:t>
    </dgm:pt>
    <dgm:pt modelId="{15B815C5-90B7-4954-85E0-9F63D91B2A7E}" type="sibTrans" cxnId="{10E57826-3030-44D2-AEE0-BAF285576C57}">
      <dgm:prSet/>
      <dgm:spPr/>
      <dgm:t>
        <a:bodyPr/>
        <a:lstStyle/>
        <a:p>
          <a:endParaRPr lang="en-US"/>
        </a:p>
      </dgm:t>
    </dgm:pt>
    <dgm:pt modelId="{F72DE5D8-96D9-4A0E-86A1-11C48F51BE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Phân tích tài liệu PDF/Word trong &lt; 10 giây.</a:t>
          </a:r>
          <a:endParaRPr lang="en-US"/>
        </a:p>
      </dgm:t>
    </dgm:pt>
    <dgm:pt modelId="{20768E8F-BD6F-44B5-A260-60AB927129B6}" type="parTrans" cxnId="{C5DF39E5-DA52-4AE9-85CC-106BE635F317}">
      <dgm:prSet/>
      <dgm:spPr/>
      <dgm:t>
        <a:bodyPr/>
        <a:lstStyle/>
        <a:p>
          <a:endParaRPr lang="en-US"/>
        </a:p>
      </dgm:t>
    </dgm:pt>
    <dgm:pt modelId="{5B513E0A-5BBA-4ABA-ADEC-E8C218C704AF}" type="sibTrans" cxnId="{C5DF39E5-DA52-4AE9-85CC-106BE635F317}">
      <dgm:prSet/>
      <dgm:spPr/>
      <dgm:t>
        <a:bodyPr/>
        <a:lstStyle/>
        <a:p>
          <a:endParaRPr lang="en-US"/>
        </a:p>
      </dgm:t>
    </dgm:pt>
    <dgm:pt modelId="{CAA9A098-9E56-4E1A-AAA4-A4762061D7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Chấm điểm tuân thủ (Compliance Score) trực quan.</a:t>
          </a:r>
          <a:endParaRPr lang="en-US"/>
        </a:p>
      </dgm:t>
    </dgm:pt>
    <dgm:pt modelId="{AEC9CE39-BBF0-4CF5-A6B8-E596902C6589}" type="parTrans" cxnId="{203FCAEC-CB53-4655-9C5B-C4068B478849}">
      <dgm:prSet/>
      <dgm:spPr/>
      <dgm:t>
        <a:bodyPr/>
        <a:lstStyle/>
        <a:p>
          <a:endParaRPr lang="en-US"/>
        </a:p>
      </dgm:t>
    </dgm:pt>
    <dgm:pt modelId="{0E51987D-E6A2-45EB-8C08-00A4AC1FA36E}" type="sibTrans" cxnId="{203FCAEC-CB53-4655-9C5B-C4068B478849}">
      <dgm:prSet/>
      <dgm:spPr/>
      <dgm:t>
        <a:bodyPr/>
        <a:lstStyle/>
        <a:p>
          <a:endParaRPr lang="en-US"/>
        </a:p>
      </dgm:t>
    </dgm:pt>
    <dgm:pt modelId="{3980C43D-D7F4-4A87-ACFC-F5C34571A1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Cung cấp dẫn chứng (Reference) cụ thể cho từng lỗi vi phạm.</a:t>
          </a:r>
          <a:endParaRPr lang="en-US"/>
        </a:p>
      </dgm:t>
    </dgm:pt>
    <dgm:pt modelId="{D4270F54-6354-44F0-82D3-5AB92665362B}" type="parTrans" cxnId="{3FD1A638-1398-404B-BBEC-9D6CB9F00C6A}">
      <dgm:prSet/>
      <dgm:spPr/>
      <dgm:t>
        <a:bodyPr/>
        <a:lstStyle/>
        <a:p>
          <a:endParaRPr lang="en-US"/>
        </a:p>
      </dgm:t>
    </dgm:pt>
    <dgm:pt modelId="{B462766D-4715-48E8-B2C9-72167B6AF1F1}" type="sibTrans" cxnId="{3FD1A638-1398-404B-BBEC-9D6CB9F00C6A}">
      <dgm:prSet/>
      <dgm:spPr/>
      <dgm:t>
        <a:bodyPr/>
        <a:lstStyle/>
        <a:p>
          <a:endParaRPr lang="en-US"/>
        </a:p>
      </dgm:t>
    </dgm:pt>
    <dgm:pt modelId="{D88AFF53-7571-46B0-880D-6F9C6685E885}" type="pres">
      <dgm:prSet presAssocID="{A29FE850-A445-4C78-BF26-5DDCA00BEEAF}" presName="Name0" presStyleCnt="0">
        <dgm:presLayoutVars>
          <dgm:dir/>
          <dgm:animLvl val="lvl"/>
          <dgm:resizeHandles val="exact"/>
        </dgm:presLayoutVars>
      </dgm:prSet>
      <dgm:spPr/>
    </dgm:pt>
    <dgm:pt modelId="{DF9A0D75-1450-4D17-9979-76DE6EBB79D0}" type="pres">
      <dgm:prSet presAssocID="{3D2FC4F5-6CEA-4FB7-AEB7-B55B097301FE}" presName="boxAndChildren" presStyleCnt="0"/>
      <dgm:spPr/>
    </dgm:pt>
    <dgm:pt modelId="{6C2A1FF2-41EE-4E67-AFB0-CFCD06D34111}" type="pres">
      <dgm:prSet presAssocID="{3D2FC4F5-6CEA-4FB7-AEB7-B55B097301FE}" presName="parentTextBox" presStyleLbl="node1" presStyleIdx="0" presStyleCnt="2"/>
      <dgm:spPr/>
    </dgm:pt>
    <dgm:pt modelId="{59A7BCCB-B3BD-47B5-A79A-5D99723B1B3D}" type="pres">
      <dgm:prSet presAssocID="{3D2FC4F5-6CEA-4FB7-AEB7-B55B097301FE}" presName="entireBox" presStyleLbl="node1" presStyleIdx="0" presStyleCnt="2"/>
      <dgm:spPr/>
    </dgm:pt>
    <dgm:pt modelId="{401F975B-84A6-4263-A19C-11B2105B3D43}" type="pres">
      <dgm:prSet presAssocID="{3D2FC4F5-6CEA-4FB7-AEB7-B55B097301FE}" presName="descendantBox" presStyleCnt="0"/>
      <dgm:spPr/>
    </dgm:pt>
    <dgm:pt modelId="{20653362-D0A3-4158-8CD1-23BC7A1906F2}" type="pres">
      <dgm:prSet presAssocID="{F72DE5D8-96D9-4A0E-86A1-11C48F51BEA3}" presName="childTextBox" presStyleLbl="fgAccFollowNode1" presStyleIdx="0" presStyleCnt="3">
        <dgm:presLayoutVars>
          <dgm:bulletEnabled val="1"/>
        </dgm:presLayoutVars>
      </dgm:prSet>
      <dgm:spPr/>
    </dgm:pt>
    <dgm:pt modelId="{5E5D2532-A1A4-4AA5-8786-8646E3F35AFF}" type="pres">
      <dgm:prSet presAssocID="{CAA9A098-9E56-4E1A-AAA4-A4762061D7F2}" presName="childTextBox" presStyleLbl="fgAccFollowNode1" presStyleIdx="1" presStyleCnt="3">
        <dgm:presLayoutVars>
          <dgm:bulletEnabled val="1"/>
        </dgm:presLayoutVars>
      </dgm:prSet>
      <dgm:spPr/>
    </dgm:pt>
    <dgm:pt modelId="{824AE63E-5817-4E3F-BA8D-21AFEBE59F97}" type="pres">
      <dgm:prSet presAssocID="{3980C43D-D7F4-4A87-ACFC-F5C34571A108}" presName="childTextBox" presStyleLbl="fgAccFollowNode1" presStyleIdx="2" presStyleCnt="3">
        <dgm:presLayoutVars>
          <dgm:bulletEnabled val="1"/>
        </dgm:presLayoutVars>
      </dgm:prSet>
      <dgm:spPr/>
    </dgm:pt>
    <dgm:pt modelId="{A1DAC592-5C1A-4BF2-8648-9476D14D7257}" type="pres">
      <dgm:prSet presAssocID="{3923EF37-90A6-4EFB-9F21-24357182BF9E}" presName="sp" presStyleCnt="0"/>
      <dgm:spPr/>
    </dgm:pt>
    <dgm:pt modelId="{E331D469-BEEA-4CC8-8BFC-5DA9B7B3368A}" type="pres">
      <dgm:prSet presAssocID="{93E5701B-E7A7-45AE-821A-F8D6972440B6}" presName="arrowAndChildren" presStyleCnt="0"/>
      <dgm:spPr/>
    </dgm:pt>
    <dgm:pt modelId="{38DC0280-73D9-4771-8E5B-8622FABD3F2C}" type="pres">
      <dgm:prSet presAssocID="{93E5701B-E7A7-45AE-821A-F8D6972440B6}" presName="parentTextArrow" presStyleLbl="node1" presStyleIdx="1" presStyleCnt="2"/>
      <dgm:spPr/>
    </dgm:pt>
  </dgm:ptLst>
  <dgm:cxnLst>
    <dgm:cxn modelId="{29F85206-0451-4803-9E9F-397139AB812C}" type="presOf" srcId="{CAA9A098-9E56-4E1A-AAA4-A4762061D7F2}" destId="{5E5D2532-A1A4-4AA5-8786-8646E3F35AFF}" srcOrd="0" destOrd="0" presId="urn:microsoft.com/office/officeart/2005/8/layout/process4"/>
    <dgm:cxn modelId="{10E57826-3030-44D2-AEE0-BAF285576C57}" srcId="{A29FE850-A445-4C78-BF26-5DDCA00BEEAF}" destId="{3D2FC4F5-6CEA-4FB7-AEB7-B55B097301FE}" srcOrd="1" destOrd="0" parTransId="{DA1EAADF-73D4-4F13-86C3-7E74510CC89D}" sibTransId="{15B815C5-90B7-4954-85E0-9F63D91B2A7E}"/>
    <dgm:cxn modelId="{3FD1A638-1398-404B-BBEC-9D6CB9F00C6A}" srcId="{3D2FC4F5-6CEA-4FB7-AEB7-B55B097301FE}" destId="{3980C43D-D7F4-4A87-ACFC-F5C34571A108}" srcOrd="2" destOrd="0" parTransId="{D4270F54-6354-44F0-82D3-5AB92665362B}" sibTransId="{B462766D-4715-48E8-B2C9-72167B6AF1F1}"/>
    <dgm:cxn modelId="{EC73A73D-29DA-4EE5-B69D-C7B378C7416D}" srcId="{A29FE850-A445-4C78-BF26-5DDCA00BEEAF}" destId="{93E5701B-E7A7-45AE-821A-F8D6972440B6}" srcOrd="0" destOrd="0" parTransId="{931EDFB0-123A-4F0E-8197-2615816CCD60}" sibTransId="{3923EF37-90A6-4EFB-9F21-24357182BF9E}"/>
    <dgm:cxn modelId="{88F4E76F-2FB3-422B-ADE0-3D625BCBFBE7}" type="presOf" srcId="{F72DE5D8-96D9-4A0E-86A1-11C48F51BEA3}" destId="{20653362-D0A3-4158-8CD1-23BC7A1906F2}" srcOrd="0" destOrd="0" presId="urn:microsoft.com/office/officeart/2005/8/layout/process4"/>
    <dgm:cxn modelId="{1A31BA54-FF36-4456-BA00-D52CFE8603A0}" type="presOf" srcId="{3980C43D-D7F4-4A87-ACFC-F5C34571A108}" destId="{824AE63E-5817-4E3F-BA8D-21AFEBE59F97}" srcOrd="0" destOrd="0" presId="urn:microsoft.com/office/officeart/2005/8/layout/process4"/>
    <dgm:cxn modelId="{3E2D0EB2-90F8-4F73-804D-F08CD297AC07}" type="presOf" srcId="{3D2FC4F5-6CEA-4FB7-AEB7-B55B097301FE}" destId="{59A7BCCB-B3BD-47B5-A79A-5D99723B1B3D}" srcOrd="1" destOrd="0" presId="urn:microsoft.com/office/officeart/2005/8/layout/process4"/>
    <dgm:cxn modelId="{EE0E86BA-8E7B-4A1D-AC31-0164F51A5646}" type="presOf" srcId="{A29FE850-A445-4C78-BF26-5DDCA00BEEAF}" destId="{D88AFF53-7571-46B0-880D-6F9C6685E885}" srcOrd="0" destOrd="0" presId="urn:microsoft.com/office/officeart/2005/8/layout/process4"/>
    <dgm:cxn modelId="{0D7D23BD-90DF-4E80-955E-017A41D6D215}" type="presOf" srcId="{3D2FC4F5-6CEA-4FB7-AEB7-B55B097301FE}" destId="{6C2A1FF2-41EE-4E67-AFB0-CFCD06D34111}" srcOrd="0" destOrd="0" presId="urn:microsoft.com/office/officeart/2005/8/layout/process4"/>
    <dgm:cxn modelId="{C5DF39E5-DA52-4AE9-85CC-106BE635F317}" srcId="{3D2FC4F5-6CEA-4FB7-AEB7-B55B097301FE}" destId="{F72DE5D8-96D9-4A0E-86A1-11C48F51BEA3}" srcOrd="0" destOrd="0" parTransId="{20768E8F-BD6F-44B5-A260-60AB927129B6}" sibTransId="{5B513E0A-5BBA-4ABA-ADEC-E8C218C704AF}"/>
    <dgm:cxn modelId="{203FCAEC-CB53-4655-9C5B-C4068B478849}" srcId="{3D2FC4F5-6CEA-4FB7-AEB7-B55B097301FE}" destId="{CAA9A098-9E56-4E1A-AAA4-A4762061D7F2}" srcOrd="1" destOrd="0" parTransId="{AEC9CE39-BBF0-4CF5-A6B8-E596902C6589}" sibTransId="{0E51987D-E6A2-45EB-8C08-00A4AC1FA36E}"/>
    <dgm:cxn modelId="{9285C8F8-2939-4BDB-87AC-5E8262A78C8D}" type="presOf" srcId="{93E5701B-E7A7-45AE-821A-F8D6972440B6}" destId="{38DC0280-73D9-4771-8E5B-8622FABD3F2C}" srcOrd="0" destOrd="0" presId="urn:microsoft.com/office/officeart/2005/8/layout/process4"/>
    <dgm:cxn modelId="{11B78AB0-B69E-46AA-AD83-41B118302DA8}" type="presParOf" srcId="{D88AFF53-7571-46B0-880D-6F9C6685E885}" destId="{DF9A0D75-1450-4D17-9979-76DE6EBB79D0}" srcOrd="0" destOrd="0" presId="urn:microsoft.com/office/officeart/2005/8/layout/process4"/>
    <dgm:cxn modelId="{4E6FB42A-5394-4281-A054-85CC5C8BB98C}" type="presParOf" srcId="{DF9A0D75-1450-4D17-9979-76DE6EBB79D0}" destId="{6C2A1FF2-41EE-4E67-AFB0-CFCD06D34111}" srcOrd="0" destOrd="0" presId="urn:microsoft.com/office/officeart/2005/8/layout/process4"/>
    <dgm:cxn modelId="{CE99AF21-3B4A-44F1-B404-EAC74D3A72D3}" type="presParOf" srcId="{DF9A0D75-1450-4D17-9979-76DE6EBB79D0}" destId="{59A7BCCB-B3BD-47B5-A79A-5D99723B1B3D}" srcOrd="1" destOrd="0" presId="urn:microsoft.com/office/officeart/2005/8/layout/process4"/>
    <dgm:cxn modelId="{6DBF5959-ED86-4A7A-B745-4473DC127C39}" type="presParOf" srcId="{DF9A0D75-1450-4D17-9979-76DE6EBB79D0}" destId="{401F975B-84A6-4263-A19C-11B2105B3D43}" srcOrd="2" destOrd="0" presId="urn:microsoft.com/office/officeart/2005/8/layout/process4"/>
    <dgm:cxn modelId="{657DE131-0539-4825-9F6E-1D1E2879CDB8}" type="presParOf" srcId="{401F975B-84A6-4263-A19C-11B2105B3D43}" destId="{20653362-D0A3-4158-8CD1-23BC7A1906F2}" srcOrd="0" destOrd="0" presId="urn:microsoft.com/office/officeart/2005/8/layout/process4"/>
    <dgm:cxn modelId="{5BAEEA29-174C-46DF-B55E-FCE24BD686DC}" type="presParOf" srcId="{401F975B-84A6-4263-A19C-11B2105B3D43}" destId="{5E5D2532-A1A4-4AA5-8786-8646E3F35AFF}" srcOrd="1" destOrd="0" presId="urn:microsoft.com/office/officeart/2005/8/layout/process4"/>
    <dgm:cxn modelId="{9D1E301E-3565-4580-9130-01BE4508BB1A}" type="presParOf" srcId="{401F975B-84A6-4263-A19C-11B2105B3D43}" destId="{824AE63E-5817-4E3F-BA8D-21AFEBE59F97}" srcOrd="2" destOrd="0" presId="urn:microsoft.com/office/officeart/2005/8/layout/process4"/>
    <dgm:cxn modelId="{50434BE5-3D83-451E-9A55-991A5B17E610}" type="presParOf" srcId="{D88AFF53-7571-46B0-880D-6F9C6685E885}" destId="{A1DAC592-5C1A-4BF2-8648-9476D14D7257}" srcOrd="1" destOrd="0" presId="urn:microsoft.com/office/officeart/2005/8/layout/process4"/>
    <dgm:cxn modelId="{EBC58620-7B5D-4230-95F0-477A482DFB66}" type="presParOf" srcId="{D88AFF53-7571-46B0-880D-6F9C6685E885}" destId="{E331D469-BEEA-4CC8-8BFC-5DA9B7B3368A}" srcOrd="2" destOrd="0" presId="urn:microsoft.com/office/officeart/2005/8/layout/process4"/>
    <dgm:cxn modelId="{86B0EA46-9625-4878-9928-6933CF7FCD66}" type="presParOf" srcId="{E331D469-BEEA-4CC8-8BFC-5DA9B7B3368A}" destId="{38DC0280-73D9-4771-8E5B-8622FABD3F2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FA2D82-9F63-4628-9751-6DF9611FE9F6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ECA8D4-C849-4508-8049-C37D677A42C6}">
      <dgm:prSet/>
      <dgm:spPr/>
      <dgm:t>
        <a:bodyPr/>
        <a:lstStyle/>
        <a:p>
          <a:pPr>
            <a:defRPr b="1"/>
          </a:pPr>
          <a:r>
            <a:rPr lang="en-US" b="1" i="0" baseline="0"/>
            <a:t>Logic xử lý:</a:t>
          </a:r>
          <a:endParaRPr lang="en-US"/>
        </a:p>
      </dgm:t>
    </dgm:pt>
    <dgm:pt modelId="{038ABC32-483B-437A-9EE2-ED52BE38BF4B}" type="parTrans" cxnId="{805E834E-DB33-4109-9E35-4188EAA2D7C7}">
      <dgm:prSet/>
      <dgm:spPr/>
      <dgm:t>
        <a:bodyPr/>
        <a:lstStyle/>
        <a:p>
          <a:endParaRPr lang="en-US"/>
        </a:p>
      </dgm:t>
    </dgm:pt>
    <dgm:pt modelId="{FC2A8AEE-A884-44C7-AE80-4EC0D01D66D6}" type="sibTrans" cxnId="{805E834E-DB33-4109-9E35-4188EAA2D7C7}">
      <dgm:prSet/>
      <dgm:spPr/>
      <dgm:t>
        <a:bodyPr/>
        <a:lstStyle/>
        <a:p>
          <a:endParaRPr lang="en-US"/>
        </a:p>
      </dgm:t>
    </dgm:pt>
    <dgm:pt modelId="{758A826C-77B3-4DE6-B66A-E2C4B022CB6E}">
      <dgm:prSet/>
      <dgm:spPr/>
      <dgm:t>
        <a:bodyPr/>
        <a:lstStyle/>
        <a:p>
          <a:r>
            <a:rPr lang="en-US" b="0" i="0" baseline="0"/>
            <a:t>Tách nội dung (Text Extraction) từ File.</a:t>
          </a:r>
          <a:endParaRPr lang="en-US"/>
        </a:p>
      </dgm:t>
    </dgm:pt>
    <dgm:pt modelId="{06561237-D89C-457B-9D94-4DE9FA4D58C3}" type="parTrans" cxnId="{426815FD-5EBA-46A1-B657-A17C18D1D7FA}">
      <dgm:prSet/>
      <dgm:spPr/>
      <dgm:t>
        <a:bodyPr/>
        <a:lstStyle/>
        <a:p>
          <a:endParaRPr lang="en-US"/>
        </a:p>
      </dgm:t>
    </dgm:pt>
    <dgm:pt modelId="{3A787E72-6A6E-41CD-85A1-D4324F43077C}" type="sibTrans" cxnId="{426815FD-5EBA-46A1-B657-A17C18D1D7FA}">
      <dgm:prSet/>
      <dgm:spPr/>
      <dgm:t>
        <a:bodyPr/>
        <a:lstStyle/>
        <a:p>
          <a:endParaRPr lang="en-US"/>
        </a:p>
      </dgm:t>
    </dgm:pt>
    <dgm:pt modelId="{74D4E9CB-65BD-478E-AEFF-170A1D5F0F79}">
      <dgm:prSet/>
      <dgm:spPr/>
      <dgm:t>
        <a:bodyPr/>
        <a:lstStyle/>
        <a:p>
          <a:r>
            <a:rPr lang="en-US" b="1" i="0" baseline="0"/>
            <a:t>Prompt Engineering:</a:t>
          </a:r>
          <a:r>
            <a:rPr lang="en-US" b="0" i="0" baseline="0"/>
            <a:t> Ép kiểu AI trả về dữ liệu cấu trúc JSON (Status, Score, Issues).</a:t>
          </a:r>
          <a:endParaRPr lang="en-US"/>
        </a:p>
      </dgm:t>
    </dgm:pt>
    <dgm:pt modelId="{68757876-6A27-4973-88DA-6F384A615D37}" type="parTrans" cxnId="{A66C18ED-AEFA-494B-B805-C4EF47358809}">
      <dgm:prSet/>
      <dgm:spPr/>
      <dgm:t>
        <a:bodyPr/>
        <a:lstStyle/>
        <a:p>
          <a:endParaRPr lang="en-US"/>
        </a:p>
      </dgm:t>
    </dgm:pt>
    <dgm:pt modelId="{DFC1FE7C-63BD-46F4-8043-E1D44FCDD7E5}" type="sibTrans" cxnId="{A66C18ED-AEFA-494B-B805-C4EF47358809}">
      <dgm:prSet/>
      <dgm:spPr/>
      <dgm:t>
        <a:bodyPr/>
        <a:lstStyle/>
        <a:p>
          <a:endParaRPr lang="en-US"/>
        </a:p>
      </dgm:t>
    </dgm:pt>
    <dgm:pt modelId="{7FC0296B-BA7E-46F4-A467-64C2EC8EACB7}">
      <dgm:prSet/>
      <dgm:spPr/>
      <dgm:t>
        <a:bodyPr/>
        <a:lstStyle/>
        <a:p>
          <a:r>
            <a:rPr lang="en-US" b="1" i="0" baseline="0"/>
            <a:t>Validation:</a:t>
          </a:r>
          <a:r>
            <a:rPr lang="en-US" b="0" i="0" baseline="0"/>
            <a:t> Kiểm tra tính chính xác của JSON trước khi lưu vào Database.</a:t>
          </a:r>
          <a:endParaRPr lang="en-US"/>
        </a:p>
      </dgm:t>
    </dgm:pt>
    <dgm:pt modelId="{596DEC42-F2E0-4FAE-886C-41954F8EAE5E}" type="parTrans" cxnId="{D1B2E437-4BD1-4D21-BBEC-DB720FDA78F8}">
      <dgm:prSet/>
      <dgm:spPr/>
      <dgm:t>
        <a:bodyPr/>
        <a:lstStyle/>
        <a:p>
          <a:endParaRPr lang="en-US"/>
        </a:p>
      </dgm:t>
    </dgm:pt>
    <dgm:pt modelId="{716498B2-122C-403D-B4B2-8C3D8CECE2A1}" type="sibTrans" cxnId="{D1B2E437-4BD1-4D21-BBEC-DB720FDA78F8}">
      <dgm:prSet/>
      <dgm:spPr/>
      <dgm:t>
        <a:bodyPr/>
        <a:lstStyle/>
        <a:p>
          <a:endParaRPr lang="en-US"/>
        </a:p>
      </dgm:t>
    </dgm:pt>
    <dgm:pt modelId="{D54DC94B-0DF3-454D-B267-D89EF78B87F8}">
      <dgm:prSet/>
      <dgm:spPr/>
      <dgm:t>
        <a:bodyPr/>
        <a:lstStyle/>
        <a:p>
          <a:pPr>
            <a:defRPr b="1"/>
          </a:pPr>
          <a:r>
            <a:rPr lang="en-US" b="1" i="0" baseline="0"/>
            <a:t>Lợi ích:</a:t>
          </a:r>
          <a:r>
            <a:rPr lang="en-US" b="0" i="0" baseline="0"/>
            <a:t> Đảm bảo dữ liệu từ AI luôn hiển thị đồng bộ trên giao diện người dùng.</a:t>
          </a:r>
          <a:endParaRPr lang="en-US"/>
        </a:p>
      </dgm:t>
    </dgm:pt>
    <dgm:pt modelId="{C2F4AF00-ADC8-4E98-9E0C-745D4379B0BD}" type="parTrans" cxnId="{80A10759-E9FE-44AC-B716-CD0EF74F6397}">
      <dgm:prSet/>
      <dgm:spPr/>
      <dgm:t>
        <a:bodyPr/>
        <a:lstStyle/>
        <a:p>
          <a:endParaRPr lang="en-US"/>
        </a:p>
      </dgm:t>
    </dgm:pt>
    <dgm:pt modelId="{10FF0D72-8635-4134-B123-0FA2EFC0E956}" type="sibTrans" cxnId="{80A10759-E9FE-44AC-B716-CD0EF74F6397}">
      <dgm:prSet/>
      <dgm:spPr/>
      <dgm:t>
        <a:bodyPr/>
        <a:lstStyle/>
        <a:p>
          <a:endParaRPr lang="en-US"/>
        </a:p>
      </dgm:t>
    </dgm:pt>
    <dgm:pt modelId="{A581726B-5249-43CD-98EC-242C8533B59A}" type="pres">
      <dgm:prSet presAssocID="{66FA2D82-9F63-4628-9751-6DF9611FE9F6}" presName="outerComposite" presStyleCnt="0">
        <dgm:presLayoutVars>
          <dgm:chMax val="5"/>
          <dgm:dir/>
          <dgm:resizeHandles val="exact"/>
        </dgm:presLayoutVars>
      </dgm:prSet>
      <dgm:spPr/>
    </dgm:pt>
    <dgm:pt modelId="{5BA9417C-A8C4-40CD-AED7-7CC515E0177D}" type="pres">
      <dgm:prSet presAssocID="{66FA2D82-9F63-4628-9751-6DF9611FE9F6}" presName="dummyMaxCanvas" presStyleCnt="0">
        <dgm:presLayoutVars/>
      </dgm:prSet>
      <dgm:spPr/>
    </dgm:pt>
    <dgm:pt modelId="{948AA7AE-7E83-4293-8B64-4B808C46025C}" type="pres">
      <dgm:prSet presAssocID="{66FA2D82-9F63-4628-9751-6DF9611FE9F6}" presName="TwoNodes_1" presStyleLbl="node1" presStyleIdx="0" presStyleCnt="2">
        <dgm:presLayoutVars>
          <dgm:bulletEnabled val="1"/>
        </dgm:presLayoutVars>
      </dgm:prSet>
      <dgm:spPr/>
    </dgm:pt>
    <dgm:pt modelId="{42E3B916-B3C5-4A6F-8995-F4EA0680E9A4}" type="pres">
      <dgm:prSet presAssocID="{66FA2D82-9F63-4628-9751-6DF9611FE9F6}" presName="TwoNodes_2" presStyleLbl="node1" presStyleIdx="1" presStyleCnt="2">
        <dgm:presLayoutVars>
          <dgm:bulletEnabled val="1"/>
        </dgm:presLayoutVars>
      </dgm:prSet>
      <dgm:spPr/>
    </dgm:pt>
    <dgm:pt modelId="{060CEFD1-7738-4F42-9599-CADF01931F00}" type="pres">
      <dgm:prSet presAssocID="{66FA2D82-9F63-4628-9751-6DF9611FE9F6}" presName="TwoConn_1-2" presStyleLbl="fgAccFollowNode1" presStyleIdx="0" presStyleCnt="1">
        <dgm:presLayoutVars>
          <dgm:bulletEnabled val="1"/>
        </dgm:presLayoutVars>
      </dgm:prSet>
      <dgm:spPr/>
    </dgm:pt>
    <dgm:pt modelId="{362075C3-BDBD-4755-88E6-550335073606}" type="pres">
      <dgm:prSet presAssocID="{66FA2D82-9F63-4628-9751-6DF9611FE9F6}" presName="TwoNodes_1_text" presStyleLbl="node1" presStyleIdx="1" presStyleCnt="2">
        <dgm:presLayoutVars>
          <dgm:bulletEnabled val="1"/>
        </dgm:presLayoutVars>
      </dgm:prSet>
      <dgm:spPr/>
    </dgm:pt>
    <dgm:pt modelId="{0A01B54D-0820-4D45-ADBA-5F8D0B4025FC}" type="pres">
      <dgm:prSet presAssocID="{66FA2D82-9F63-4628-9751-6DF9611FE9F6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63460714-CD28-4A48-BB45-650745E01CD3}" type="presOf" srcId="{74D4E9CB-65BD-478E-AEFF-170A1D5F0F79}" destId="{362075C3-BDBD-4755-88E6-550335073606}" srcOrd="1" destOrd="2" presId="urn:microsoft.com/office/officeart/2005/8/layout/vProcess5"/>
    <dgm:cxn modelId="{D1B2E437-4BD1-4D21-BBEC-DB720FDA78F8}" srcId="{C8ECA8D4-C849-4508-8049-C37D677A42C6}" destId="{7FC0296B-BA7E-46F4-A467-64C2EC8EACB7}" srcOrd="2" destOrd="0" parTransId="{596DEC42-F2E0-4FAE-886C-41954F8EAE5E}" sibTransId="{716498B2-122C-403D-B4B2-8C3D8CECE2A1}"/>
    <dgm:cxn modelId="{805E834E-DB33-4109-9E35-4188EAA2D7C7}" srcId="{66FA2D82-9F63-4628-9751-6DF9611FE9F6}" destId="{C8ECA8D4-C849-4508-8049-C37D677A42C6}" srcOrd="0" destOrd="0" parTransId="{038ABC32-483B-437A-9EE2-ED52BE38BF4B}" sibTransId="{FC2A8AEE-A884-44C7-AE80-4EC0D01D66D6}"/>
    <dgm:cxn modelId="{8F707451-8B1A-4117-86DD-FCE54AF66F9D}" type="presOf" srcId="{74D4E9CB-65BD-478E-AEFF-170A1D5F0F79}" destId="{948AA7AE-7E83-4293-8B64-4B808C46025C}" srcOrd="0" destOrd="2" presId="urn:microsoft.com/office/officeart/2005/8/layout/vProcess5"/>
    <dgm:cxn modelId="{3C2B9571-9A8E-4964-903A-95B3FE6F0E7C}" type="presOf" srcId="{D54DC94B-0DF3-454D-B267-D89EF78B87F8}" destId="{0A01B54D-0820-4D45-ADBA-5F8D0B4025FC}" srcOrd="1" destOrd="0" presId="urn:microsoft.com/office/officeart/2005/8/layout/vProcess5"/>
    <dgm:cxn modelId="{4A9C9B74-A4B3-46FA-90F3-5E92CE8112A0}" type="presOf" srcId="{FC2A8AEE-A884-44C7-AE80-4EC0D01D66D6}" destId="{060CEFD1-7738-4F42-9599-CADF01931F00}" srcOrd="0" destOrd="0" presId="urn:microsoft.com/office/officeart/2005/8/layout/vProcess5"/>
    <dgm:cxn modelId="{57DFC357-3F49-4C88-8CBF-DB00CD9CCCE4}" type="presOf" srcId="{C8ECA8D4-C849-4508-8049-C37D677A42C6}" destId="{948AA7AE-7E83-4293-8B64-4B808C46025C}" srcOrd="0" destOrd="0" presId="urn:microsoft.com/office/officeart/2005/8/layout/vProcess5"/>
    <dgm:cxn modelId="{80A10759-E9FE-44AC-B716-CD0EF74F6397}" srcId="{66FA2D82-9F63-4628-9751-6DF9611FE9F6}" destId="{D54DC94B-0DF3-454D-B267-D89EF78B87F8}" srcOrd="1" destOrd="0" parTransId="{C2F4AF00-ADC8-4E98-9E0C-745D4379B0BD}" sibTransId="{10FF0D72-8635-4134-B123-0FA2EFC0E956}"/>
    <dgm:cxn modelId="{94A13781-AAF3-4F9C-AAE6-588A2ECFCB35}" type="presOf" srcId="{7FC0296B-BA7E-46F4-A467-64C2EC8EACB7}" destId="{948AA7AE-7E83-4293-8B64-4B808C46025C}" srcOrd="0" destOrd="3" presId="urn:microsoft.com/office/officeart/2005/8/layout/vProcess5"/>
    <dgm:cxn modelId="{19348681-8B2F-432C-8017-E7187EAF6810}" type="presOf" srcId="{758A826C-77B3-4DE6-B66A-E2C4B022CB6E}" destId="{362075C3-BDBD-4755-88E6-550335073606}" srcOrd="1" destOrd="1" presId="urn:microsoft.com/office/officeart/2005/8/layout/vProcess5"/>
    <dgm:cxn modelId="{14B40A98-7FF3-41E5-9EA9-0ED87661222B}" type="presOf" srcId="{C8ECA8D4-C849-4508-8049-C37D677A42C6}" destId="{362075C3-BDBD-4755-88E6-550335073606}" srcOrd="1" destOrd="0" presId="urn:microsoft.com/office/officeart/2005/8/layout/vProcess5"/>
    <dgm:cxn modelId="{4207BEC8-043B-4FB2-B4F0-2D06A99D379E}" type="presOf" srcId="{758A826C-77B3-4DE6-B66A-E2C4B022CB6E}" destId="{948AA7AE-7E83-4293-8B64-4B808C46025C}" srcOrd="0" destOrd="1" presId="urn:microsoft.com/office/officeart/2005/8/layout/vProcess5"/>
    <dgm:cxn modelId="{681C56EC-D596-4342-AF8E-A30218518394}" type="presOf" srcId="{66FA2D82-9F63-4628-9751-6DF9611FE9F6}" destId="{A581726B-5249-43CD-98EC-242C8533B59A}" srcOrd="0" destOrd="0" presId="urn:microsoft.com/office/officeart/2005/8/layout/vProcess5"/>
    <dgm:cxn modelId="{57C895EC-84CC-4D2B-A8EA-01141908E0C4}" type="presOf" srcId="{D54DC94B-0DF3-454D-B267-D89EF78B87F8}" destId="{42E3B916-B3C5-4A6F-8995-F4EA0680E9A4}" srcOrd="0" destOrd="0" presId="urn:microsoft.com/office/officeart/2005/8/layout/vProcess5"/>
    <dgm:cxn modelId="{A66C18ED-AEFA-494B-B805-C4EF47358809}" srcId="{C8ECA8D4-C849-4508-8049-C37D677A42C6}" destId="{74D4E9CB-65BD-478E-AEFF-170A1D5F0F79}" srcOrd="1" destOrd="0" parTransId="{68757876-6A27-4973-88DA-6F384A615D37}" sibTransId="{DFC1FE7C-63BD-46F4-8043-E1D44FCDD7E5}"/>
    <dgm:cxn modelId="{5E26FFEF-8819-4852-B993-7F165B0EDD69}" type="presOf" srcId="{7FC0296B-BA7E-46F4-A467-64C2EC8EACB7}" destId="{362075C3-BDBD-4755-88E6-550335073606}" srcOrd="1" destOrd="3" presId="urn:microsoft.com/office/officeart/2005/8/layout/vProcess5"/>
    <dgm:cxn modelId="{426815FD-5EBA-46A1-B657-A17C18D1D7FA}" srcId="{C8ECA8D4-C849-4508-8049-C37D677A42C6}" destId="{758A826C-77B3-4DE6-B66A-E2C4B022CB6E}" srcOrd="0" destOrd="0" parTransId="{06561237-D89C-457B-9D94-4DE9FA4D58C3}" sibTransId="{3A787E72-6A6E-41CD-85A1-D4324F43077C}"/>
    <dgm:cxn modelId="{1EBDCC42-3756-46F2-BAE2-922E31E07430}" type="presParOf" srcId="{A581726B-5249-43CD-98EC-242C8533B59A}" destId="{5BA9417C-A8C4-40CD-AED7-7CC515E0177D}" srcOrd="0" destOrd="0" presId="urn:microsoft.com/office/officeart/2005/8/layout/vProcess5"/>
    <dgm:cxn modelId="{03CAE9E0-7D6B-4EFB-A939-602302DE5EBB}" type="presParOf" srcId="{A581726B-5249-43CD-98EC-242C8533B59A}" destId="{948AA7AE-7E83-4293-8B64-4B808C46025C}" srcOrd="1" destOrd="0" presId="urn:microsoft.com/office/officeart/2005/8/layout/vProcess5"/>
    <dgm:cxn modelId="{DCD02F21-2C56-4639-B64A-1D72EDC084CB}" type="presParOf" srcId="{A581726B-5249-43CD-98EC-242C8533B59A}" destId="{42E3B916-B3C5-4A6F-8995-F4EA0680E9A4}" srcOrd="2" destOrd="0" presId="urn:microsoft.com/office/officeart/2005/8/layout/vProcess5"/>
    <dgm:cxn modelId="{28A47133-0FE2-45C5-A1EA-B8FFFD66593C}" type="presParOf" srcId="{A581726B-5249-43CD-98EC-242C8533B59A}" destId="{060CEFD1-7738-4F42-9599-CADF01931F00}" srcOrd="3" destOrd="0" presId="urn:microsoft.com/office/officeart/2005/8/layout/vProcess5"/>
    <dgm:cxn modelId="{80CB9435-C124-4298-9B96-C51BC132DECA}" type="presParOf" srcId="{A581726B-5249-43CD-98EC-242C8533B59A}" destId="{362075C3-BDBD-4755-88E6-550335073606}" srcOrd="4" destOrd="0" presId="urn:microsoft.com/office/officeart/2005/8/layout/vProcess5"/>
    <dgm:cxn modelId="{A7318455-B788-4F91-B79E-858C9145A88C}" type="presParOf" srcId="{A581726B-5249-43CD-98EC-242C8533B59A}" destId="{0A01B54D-0820-4D45-ADBA-5F8D0B4025FC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13329D2-E76A-46A5-B46E-4F6E558FF7FC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224BA73-D6E0-4A35-A003-D3F07BE1FD2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 dirty="0" err="1"/>
            <a:t>Dockerization</a:t>
          </a:r>
          <a:r>
            <a:rPr lang="en-US" b="1" i="0" baseline="0" dirty="0"/>
            <a:t>:</a:t>
          </a:r>
          <a:r>
            <a:rPr lang="en-US" b="0" i="0" baseline="0" dirty="0"/>
            <a:t> </a:t>
          </a:r>
          <a:r>
            <a:rPr lang="en-US" b="0" i="0" baseline="0" dirty="0" err="1"/>
            <a:t>Triển</a:t>
          </a:r>
          <a:r>
            <a:rPr lang="en-US" b="0" i="0" baseline="0" dirty="0"/>
            <a:t> </a:t>
          </a:r>
          <a:r>
            <a:rPr lang="en-US" b="0" i="0" baseline="0" dirty="0" err="1"/>
            <a:t>khai</a:t>
          </a:r>
          <a:r>
            <a:rPr lang="en-US" b="0" i="0" baseline="0" dirty="0"/>
            <a:t> 1-click </a:t>
          </a:r>
          <a:r>
            <a:rPr lang="en-US" b="0" i="0" baseline="0" dirty="0" err="1"/>
            <a:t>với</a:t>
          </a:r>
          <a:r>
            <a:rPr lang="en-US" b="0" i="0" baseline="0" dirty="0"/>
            <a:t> </a:t>
          </a:r>
          <a:r>
            <a:rPr lang="en-US" b="1" i="1" baseline="0" dirty="0"/>
            <a:t>docker-compose</a:t>
          </a:r>
          <a:r>
            <a:rPr lang="en-US" b="0" i="0" baseline="0" dirty="0"/>
            <a:t>.</a:t>
          </a:r>
          <a:endParaRPr lang="en-US" dirty="0"/>
        </a:p>
      </dgm:t>
    </dgm:pt>
    <dgm:pt modelId="{A047DBD7-5092-4B3B-84CF-BA567B8B6456}" type="parTrans" cxnId="{763BAA8A-4399-43CE-8B67-B1ECD07050B7}">
      <dgm:prSet/>
      <dgm:spPr/>
      <dgm:t>
        <a:bodyPr/>
        <a:lstStyle/>
        <a:p>
          <a:endParaRPr lang="en-US"/>
        </a:p>
      </dgm:t>
    </dgm:pt>
    <dgm:pt modelId="{AB9586B5-FA55-4118-BD77-060392D30630}" type="sibTrans" cxnId="{763BAA8A-4399-43CE-8B67-B1ECD07050B7}">
      <dgm:prSet/>
      <dgm:spPr/>
      <dgm:t>
        <a:bodyPr/>
        <a:lstStyle/>
        <a:p>
          <a:endParaRPr lang="en-US"/>
        </a:p>
      </dgm:t>
    </dgm:pt>
    <dgm:pt modelId="{E26C76D6-4043-4C59-9FBA-493ADEC07A1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 dirty="0"/>
            <a:t>Bảo </a:t>
          </a:r>
          <a:r>
            <a:rPr lang="en-US" b="1" i="0" baseline="0" dirty="0" err="1"/>
            <a:t>mật</a:t>
          </a:r>
          <a:r>
            <a:rPr lang="en-US" b="1" i="0" baseline="0" dirty="0"/>
            <a:t>:</a:t>
          </a:r>
          <a:r>
            <a:rPr lang="en-US" b="0" i="0" baseline="0" dirty="0"/>
            <a:t> </a:t>
          </a:r>
          <a:r>
            <a:rPr lang="en-US" b="0" i="0" baseline="0" dirty="0" err="1"/>
            <a:t>Ẩn</a:t>
          </a:r>
          <a:r>
            <a:rPr lang="en-US" b="0" i="0" baseline="0" dirty="0"/>
            <a:t> </a:t>
          </a:r>
          <a:r>
            <a:rPr lang="en-US" b="0" i="0" baseline="0" dirty="0" err="1"/>
            <a:t>danh</a:t>
          </a:r>
          <a:r>
            <a:rPr lang="en-US" b="0" i="0" baseline="0" dirty="0"/>
            <a:t> </a:t>
          </a:r>
          <a:r>
            <a:rPr lang="en-US" b="0" i="0" baseline="0" dirty="0" err="1"/>
            <a:t>hóa</a:t>
          </a:r>
          <a:r>
            <a:rPr lang="en-US" b="0" i="0" baseline="0" dirty="0"/>
            <a:t> </a:t>
          </a:r>
          <a:r>
            <a:rPr lang="en-US" b="0" i="0" baseline="0" dirty="0" err="1"/>
            <a:t>dữ</a:t>
          </a:r>
          <a:r>
            <a:rPr lang="en-US" b="0" i="0" baseline="0" dirty="0"/>
            <a:t> </a:t>
          </a:r>
          <a:r>
            <a:rPr lang="en-US" b="0" i="0" baseline="0" dirty="0" err="1"/>
            <a:t>liệu</a:t>
          </a:r>
          <a:r>
            <a:rPr lang="en-US" b="0" i="0" baseline="0" dirty="0"/>
            <a:t> (Anonymization) </a:t>
          </a:r>
          <a:r>
            <a:rPr lang="en-US" b="0" i="0" baseline="0" dirty="0" err="1"/>
            <a:t>trước</a:t>
          </a:r>
          <a:r>
            <a:rPr lang="en-US" b="0" i="0" baseline="0" dirty="0"/>
            <a:t> </a:t>
          </a:r>
          <a:r>
            <a:rPr lang="en-US" b="0" i="0" baseline="0" dirty="0" err="1"/>
            <a:t>khi</a:t>
          </a:r>
          <a:r>
            <a:rPr lang="en-US" b="0" i="0" baseline="0" dirty="0"/>
            <a:t> </a:t>
          </a:r>
          <a:r>
            <a:rPr lang="en-US" b="0" i="0" baseline="0" dirty="0" err="1"/>
            <a:t>gửi</a:t>
          </a:r>
          <a:r>
            <a:rPr lang="en-US" b="0" i="0" baseline="0" dirty="0"/>
            <a:t> </a:t>
          </a:r>
          <a:r>
            <a:rPr lang="en-US" b="0" i="0" baseline="0" dirty="0" err="1"/>
            <a:t>lên</a:t>
          </a:r>
          <a:r>
            <a:rPr lang="en-US" b="0" i="0" baseline="0" dirty="0"/>
            <a:t> Cloud AI.</a:t>
          </a:r>
          <a:endParaRPr lang="en-US" dirty="0"/>
        </a:p>
      </dgm:t>
    </dgm:pt>
    <dgm:pt modelId="{226CBAA8-5B1C-454E-A3A6-535C738A2D66}" type="parTrans" cxnId="{F660F02D-0243-4F2F-A98A-86648D1641E3}">
      <dgm:prSet/>
      <dgm:spPr/>
      <dgm:t>
        <a:bodyPr/>
        <a:lstStyle/>
        <a:p>
          <a:endParaRPr lang="en-US"/>
        </a:p>
      </dgm:t>
    </dgm:pt>
    <dgm:pt modelId="{FD22F2C8-D853-432F-895B-7BF45F39735F}" type="sibTrans" cxnId="{F660F02D-0243-4F2F-A98A-86648D1641E3}">
      <dgm:prSet/>
      <dgm:spPr/>
      <dgm:t>
        <a:bodyPr/>
        <a:lstStyle/>
        <a:p>
          <a:endParaRPr lang="en-US"/>
        </a:p>
      </dgm:t>
    </dgm:pt>
    <dgm:pt modelId="{13C1CFB1-96AC-4579-AC06-0404BB445CE6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2E05B025-5113-405A-85AD-4D698838D0B9}" type="parTrans" cxnId="{B20A1259-BED6-4252-9A4F-E6BCF4733203}">
      <dgm:prSet/>
      <dgm:spPr/>
      <dgm:t>
        <a:bodyPr/>
        <a:lstStyle/>
        <a:p>
          <a:endParaRPr lang="en-US"/>
        </a:p>
      </dgm:t>
    </dgm:pt>
    <dgm:pt modelId="{838B5566-1077-46AD-8CC3-4F1B32F9C655}" type="sibTrans" cxnId="{B20A1259-BED6-4252-9A4F-E6BCF4733203}">
      <dgm:prSet/>
      <dgm:spPr/>
      <dgm:t>
        <a:bodyPr/>
        <a:lstStyle/>
        <a:p>
          <a:endParaRPr lang="en-US"/>
        </a:p>
      </dgm:t>
    </dgm:pt>
    <dgm:pt modelId="{A16B7C8E-1DAC-4689-960A-E00C0D2D204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 dirty="0" err="1"/>
            <a:t>Mở</a:t>
          </a:r>
          <a:r>
            <a:rPr lang="en-US" b="1" i="0" baseline="0" dirty="0"/>
            <a:t> </a:t>
          </a:r>
          <a:r>
            <a:rPr lang="en-US" b="1" i="0" baseline="0" dirty="0" err="1"/>
            <a:t>rộng</a:t>
          </a:r>
          <a:r>
            <a:rPr lang="en-US" b="1" i="0" baseline="0" dirty="0"/>
            <a:t>:</a:t>
          </a:r>
          <a:r>
            <a:rPr lang="en-US" b="0" i="0" baseline="0" dirty="0"/>
            <a:t> </a:t>
          </a:r>
          <a:r>
            <a:rPr lang="en-US" b="0" i="0" baseline="0" dirty="0" err="1"/>
            <a:t>Dễ</a:t>
          </a:r>
          <a:r>
            <a:rPr lang="en-US" b="0" i="0" baseline="0" dirty="0"/>
            <a:t> </a:t>
          </a:r>
          <a:r>
            <a:rPr lang="en-US" b="0" i="0" baseline="0" dirty="0" err="1"/>
            <a:t>dàng</a:t>
          </a:r>
          <a:r>
            <a:rPr lang="en-US" b="0" i="0" baseline="0" dirty="0"/>
            <a:t> </a:t>
          </a:r>
          <a:r>
            <a:rPr lang="en-US" b="0" i="0" baseline="0" dirty="0" err="1"/>
            <a:t>tích</a:t>
          </a:r>
          <a:r>
            <a:rPr lang="en-US" b="0" i="0" baseline="0" dirty="0"/>
            <a:t> </a:t>
          </a:r>
          <a:r>
            <a:rPr lang="en-US" b="0" i="0" baseline="0" dirty="0" err="1"/>
            <a:t>hợp</a:t>
          </a:r>
          <a:r>
            <a:rPr lang="en-US" b="0" i="0" baseline="0" dirty="0"/>
            <a:t> </a:t>
          </a:r>
          <a:r>
            <a:rPr lang="en-US" b="0" i="0" baseline="0" dirty="0" err="1"/>
            <a:t>thêm</a:t>
          </a:r>
          <a:r>
            <a:rPr lang="en-US" b="0" i="0" baseline="0" dirty="0"/>
            <a:t> </a:t>
          </a:r>
          <a:r>
            <a:rPr lang="en-US" b="0" i="0" baseline="0" dirty="0" err="1"/>
            <a:t>các</a:t>
          </a:r>
          <a:r>
            <a:rPr lang="en-US" b="0" i="0" baseline="0" dirty="0"/>
            <a:t> </a:t>
          </a:r>
          <a:r>
            <a:rPr lang="en-US" b="0" i="0" baseline="0" dirty="0" err="1"/>
            <a:t>bộ</a:t>
          </a:r>
          <a:r>
            <a:rPr lang="en-US" b="0" i="0" baseline="0" dirty="0"/>
            <a:t> </a:t>
          </a:r>
          <a:r>
            <a:rPr lang="en-US" b="0" i="0" baseline="0" dirty="0" err="1"/>
            <a:t>luật</a:t>
          </a:r>
          <a:r>
            <a:rPr lang="en-US" b="0" i="0" baseline="0" dirty="0"/>
            <a:t> </a:t>
          </a:r>
          <a:r>
            <a:rPr lang="en-US" b="0" i="0" baseline="0" dirty="0" err="1"/>
            <a:t>mới</a:t>
          </a:r>
          <a:r>
            <a:rPr lang="en-US" b="0" i="0" baseline="0" dirty="0"/>
            <a:t> (</a:t>
          </a:r>
          <a:r>
            <a:rPr lang="en-US" b="0" i="0" baseline="0" dirty="0" err="1"/>
            <a:t>ví</a:t>
          </a:r>
          <a:r>
            <a:rPr lang="en-US" b="0" i="0" baseline="0" dirty="0"/>
            <a:t> </a:t>
          </a:r>
          <a:r>
            <a:rPr lang="en-US" b="0" i="0" baseline="0" dirty="0" err="1"/>
            <a:t>dụ</a:t>
          </a:r>
          <a:r>
            <a:rPr lang="en-US" b="0" i="0" baseline="0" dirty="0"/>
            <a:t>: </a:t>
          </a:r>
          <a:r>
            <a:rPr lang="en-US" b="0" i="0" baseline="0" dirty="0" err="1"/>
            <a:t>Luật</a:t>
          </a:r>
          <a:r>
            <a:rPr lang="en-US" b="0" i="0" baseline="0" dirty="0"/>
            <a:t> An </a:t>
          </a:r>
          <a:r>
            <a:rPr lang="en-US" b="0" i="0" baseline="0" dirty="0" err="1"/>
            <a:t>ninh</a:t>
          </a:r>
          <a:r>
            <a:rPr lang="en-US" b="0" i="0" baseline="0" dirty="0"/>
            <a:t> </a:t>
          </a:r>
          <a:r>
            <a:rPr lang="en-US" b="0" i="0" baseline="0" dirty="0" err="1"/>
            <a:t>mạng</a:t>
          </a:r>
          <a:r>
            <a:rPr lang="en-US" b="0" i="0" baseline="0" dirty="0"/>
            <a:t> VN) </a:t>
          </a:r>
          <a:r>
            <a:rPr lang="en-US" b="0" i="0" baseline="0" dirty="0" err="1"/>
            <a:t>bằng</a:t>
          </a:r>
          <a:r>
            <a:rPr lang="en-US" b="0" i="0" baseline="0" dirty="0"/>
            <a:t> </a:t>
          </a:r>
          <a:r>
            <a:rPr lang="en-US" b="0" i="0" baseline="0" dirty="0" err="1"/>
            <a:t>cách</a:t>
          </a:r>
          <a:r>
            <a:rPr lang="en-US" b="0" i="0" baseline="0" dirty="0"/>
            <a:t> </a:t>
          </a:r>
          <a:r>
            <a:rPr lang="en-US" b="0" i="0" baseline="0" dirty="0" err="1"/>
            <a:t>cập</a:t>
          </a:r>
          <a:r>
            <a:rPr lang="en-US" b="0" i="0" baseline="0" dirty="0"/>
            <a:t> </a:t>
          </a:r>
          <a:r>
            <a:rPr lang="en-US" b="0" i="0" baseline="0" dirty="0" err="1"/>
            <a:t>nhật</a:t>
          </a:r>
          <a:r>
            <a:rPr lang="en-US" b="0" i="0" baseline="0" dirty="0"/>
            <a:t> Prompt.</a:t>
          </a:r>
          <a:endParaRPr lang="en-US" dirty="0"/>
        </a:p>
      </dgm:t>
    </dgm:pt>
    <dgm:pt modelId="{F2BA9D05-75BF-45C0-B60F-06F8EEB4FD6C}" type="parTrans" cxnId="{D2CC69D7-2ACE-449A-A562-22095D33D51C}">
      <dgm:prSet/>
      <dgm:spPr/>
      <dgm:t>
        <a:bodyPr/>
        <a:lstStyle/>
        <a:p>
          <a:endParaRPr lang="en-US"/>
        </a:p>
      </dgm:t>
    </dgm:pt>
    <dgm:pt modelId="{B9E44913-EB02-47F4-8D45-FE08DA136D12}" type="sibTrans" cxnId="{D2CC69D7-2ACE-449A-A562-22095D33D51C}">
      <dgm:prSet/>
      <dgm:spPr/>
      <dgm:t>
        <a:bodyPr/>
        <a:lstStyle/>
        <a:p>
          <a:endParaRPr lang="en-US"/>
        </a:p>
      </dgm:t>
    </dgm:pt>
    <dgm:pt modelId="{4A2E2548-6AD9-416D-AE96-114DA6D76CA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 baseline="0" dirty="0" err="1"/>
            <a:t>Phân</a:t>
          </a:r>
          <a:r>
            <a:rPr lang="en-US" b="0" i="0" baseline="0" dirty="0"/>
            <a:t> </a:t>
          </a:r>
          <a:r>
            <a:rPr lang="en-US" b="0" i="0" baseline="0" dirty="0" err="1"/>
            <a:t>quyền</a:t>
          </a:r>
          <a:r>
            <a:rPr lang="en-US" b="0" i="0" baseline="0" dirty="0"/>
            <a:t> </a:t>
          </a:r>
          <a:r>
            <a:rPr lang="en-US" b="0" i="0" baseline="0" dirty="0" err="1"/>
            <a:t>người</a:t>
          </a:r>
          <a:r>
            <a:rPr lang="en-US" b="0" i="0" baseline="0" dirty="0"/>
            <a:t> </a:t>
          </a:r>
          <a:r>
            <a:rPr lang="en-US" b="0" i="0" baseline="0" dirty="0" err="1"/>
            <a:t>dùng</a:t>
          </a:r>
          <a:r>
            <a:rPr lang="en-US" b="0" i="0" baseline="0" dirty="0"/>
            <a:t> (Role-based Access Control).</a:t>
          </a:r>
          <a:endParaRPr lang="en-US" dirty="0"/>
        </a:p>
      </dgm:t>
    </dgm:pt>
    <dgm:pt modelId="{5803BBDF-9D2A-4E26-BCE5-C83E5883EF1A}" type="parTrans" cxnId="{B9C5D535-DC42-420B-9EF5-A494D705056F}">
      <dgm:prSet/>
      <dgm:spPr/>
      <dgm:t>
        <a:bodyPr/>
        <a:lstStyle/>
        <a:p>
          <a:endParaRPr lang="en-US"/>
        </a:p>
      </dgm:t>
    </dgm:pt>
    <dgm:pt modelId="{EBA385CA-4EA0-4417-BC2B-5FBFC874555B}" type="sibTrans" cxnId="{B9C5D535-DC42-420B-9EF5-A494D705056F}">
      <dgm:prSet/>
      <dgm:spPr/>
      <dgm:t>
        <a:bodyPr/>
        <a:lstStyle/>
        <a:p>
          <a:endParaRPr lang="en-US"/>
        </a:p>
      </dgm:t>
    </dgm:pt>
    <dgm:pt modelId="{283F3E5A-3C5D-4F6D-A43F-84F1706199CA}" type="pres">
      <dgm:prSet presAssocID="{513329D2-E76A-46A5-B46E-4F6E558FF7FC}" presName="root" presStyleCnt="0">
        <dgm:presLayoutVars>
          <dgm:dir/>
          <dgm:resizeHandles val="exact"/>
        </dgm:presLayoutVars>
      </dgm:prSet>
      <dgm:spPr/>
    </dgm:pt>
    <dgm:pt modelId="{FC504ADE-4579-4ECD-A3CA-A266151FB38D}" type="pres">
      <dgm:prSet presAssocID="{7224BA73-D6E0-4A35-A003-D3F07BE1FD22}" presName="compNode" presStyleCnt="0"/>
      <dgm:spPr/>
    </dgm:pt>
    <dgm:pt modelId="{082C8DDD-1912-4C43-9813-045C9FEA3D41}" type="pres">
      <dgm:prSet presAssocID="{7224BA73-D6E0-4A35-A003-D3F07BE1FD2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D6EADCD-A406-43BF-8041-EE74EEAACF8B}" type="pres">
      <dgm:prSet presAssocID="{7224BA73-D6E0-4A35-A003-D3F07BE1FD22}" presName="iconSpace" presStyleCnt="0"/>
      <dgm:spPr/>
    </dgm:pt>
    <dgm:pt modelId="{3953798A-8F08-4423-A56B-8A96C735D44A}" type="pres">
      <dgm:prSet presAssocID="{7224BA73-D6E0-4A35-A003-D3F07BE1FD22}" presName="parTx" presStyleLbl="revTx" presStyleIdx="0" presStyleCnt="8">
        <dgm:presLayoutVars>
          <dgm:chMax val="0"/>
          <dgm:chPref val="0"/>
        </dgm:presLayoutVars>
      </dgm:prSet>
      <dgm:spPr/>
    </dgm:pt>
    <dgm:pt modelId="{824E5DF8-C3B9-4228-AAFC-B76FD92BAB12}" type="pres">
      <dgm:prSet presAssocID="{7224BA73-D6E0-4A35-A003-D3F07BE1FD22}" presName="txSpace" presStyleCnt="0"/>
      <dgm:spPr/>
    </dgm:pt>
    <dgm:pt modelId="{CD19AE9E-2817-44E7-9509-D14AFF287ACF}" type="pres">
      <dgm:prSet presAssocID="{7224BA73-D6E0-4A35-A003-D3F07BE1FD22}" presName="desTx" presStyleLbl="revTx" presStyleIdx="1" presStyleCnt="8">
        <dgm:presLayoutVars/>
      </dgm:prSet>
      <dgm:spPr/>
    </dgm:pt>
    <dgm:pt modelId="{8AF1B2FE-FB61-4345-AFBB-2C157CF6498A}" type="pres">
      <dgm:prSet presAssocID="{AB9586B5-FA55-4118-BD77-060392D30630}" presName="sibTrans" presStyleCnt="0"/>
      <dgm:spPr/>
    </dgm:pt>
    <dgm:pt modelId="{7D94BD02-355A-4D39-8E79-8C600233299D}" type="pres">
      <dgm:prSet presAssocID="{E26C76D6-4043-4C59-9FBA-493ADEC07A12}" presName="compNode" presStyleCnt="0"/>
      <dgm:spPr/>
    </dgm:pt>
    <dgm:pt modelId="{63BACC67-4FB7-4D23-93AD-4D1A0CAD7102}" type="pres">
      <dgm:prSet presAssocID="{E26C76D6-4043-4C59-9FBA-493ADEC07A1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A1282E46-6D79-4D9B-86F3-D58BD64A8EC4}" type="pres">
      <dgm:prSet presAssocID="{E26C76D6-4043-4C59-9FBA-493ADEC07A12}" presName="iconSpace" presStyleCnt="0"/>
      <dgm:spPr/>
    </dgm:pt>
    <dgm:pt modelId="{17551D12-9EEE-4ED8-895F-E21D937596FE}" type="pres">
      <dgm:prSet presAssocID="{E26C76D6-4043-4C59-9FBA-493ADEC07A12}" presName="parTx" presStyleLbl="revTx" presStyleIdx="2" presStyleCnt="8">
        <dgm:presLayoutVars>
          <dgm:chMax val="0"/>
          <dgm:chPref val="0"/>
        </dgm:presLayoutVars>
      </dgm:prSet>
      <dgm:spPr/>
    </dgm:pt>
    <dgm:pt modelId="{CE8E9BF2-E874-4380-9CD3-69BB2847A606}" type="pres">
      <dgm:prSet presAssocID="{E26C76D6-4043-4C59-9FBA-493ADEC07A12}" presName="txSpace" presStyleCnt="0"/>
      <dgm:spPr/>
    </dgm:pt>
    <dgm:pt modelId="{FC5B6C57-97A1-405D-90EF-DF06590F182F}" type="pres">
      <dgm:prSet presAssocID="{E26C76D6-4043-4C59-9FBA-493ADEC07A12}" presName="desTx" presStyleLbl="revTx" presStyleIdx="3" presStyleCnt="8">
        <dgm:presLayoutVars/>
      </dgm:prSet>
      <dgm:spPr/>
    </dgm:pt>
    <dgm:pt modelId="{6D933AD6-88A8-4436-BE9E-30BB26D73310}" type="pres">
      <dgm:prSet presAssocID="{FD22F2C8-D853-432F-895B-7BF45F39735F}" presName="sibTrans" presStyleCnt="0"/>
      <dgm:spPr/>
    </dgm:pt>
    <dgm:pt modelId="{4136A858-E429-44B8-96C2-31C0F5706D0C}" type="pres">
      <dgm:prSet presAssocID="{4A2E2548-6AD9-416D-AE96-114DA6D76CA3}" presName="compNode" presStyleCnt="0"/>
      <dgm:spPr/>
    </dgm:pt>
    <dgm:pt modelId="{B9C7BF52-239F-4628-8413-D7BA6D9D8E27}" type="pres">
      <dgm:prSet presAssocID="{4A2E2548-6AD9-416D-AE96-114DA6D76CA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3d Glasses with solid fill"/>
        </a:ext>
      </dgm:extLst>
    </dgm:pt>
    <dgm:pt modelId="{88610CC6-14BF-48BA-A743-17A961502C64}" type="pres">
      <dgm:prSet presAssocID="{4A2E2548-6AD9-416D-AE96-114DA6D76CA3}" presName="iconSpace" presStyleCnt="0"/>
      <dgm:spPr/>
    </dgm:pt>
    <dgm:pt modelId="{0EFA7BC9-8176-43F1-BC4E-E05F9CB6C63E}" type="pres">
      <dgm:prSet presAssocID="{4A2E2548-6AD9-416D-AE96-114DA6D76CA3}" presName="parTx" presStyleLbl="revTx" presStyleIdx="4" presStyleCnt="8">
        <dgm:presLayoutVars>
          <dgm:chMax val="0"/>
          <dgm:chPref val="0"/>
        </dgm:presLayoutVars>
      </dgm:prSet>
      <dgm:spPr/>
    </dgm:pt>
    <dgm:pt modelId="{E95D1AAA-566F-4AC2-BA72-D03B6BF68B2C}" type="pres">
      <dgm:prSet presAssocID="{4A2E2548-6AD9-416D-AE96-114DA6D76CA3}" presName="txSpace" presStyleCnt="0"/>
      <dgm:spPr/>
    </dgm:pt>
    <dgm:pt modelId="{23997913-EC2E-4939-89BC-42DE5179F714}" type="pres">
      <dgm:prSet presAssocID="{4A2E2548-6AD9-416D-AE96-114DA6D76CA3}" presName="desTx" presStyleLbl="revTx" presStyleIdx="5" presStyleCnt="8">
        <dgm:presLayoutVars/>
      </dgm:prSet>
      <dgm:spPr/>
    </dgm:pt>
    <dgm:pt modelId="{78910682-09D2-47E2-A6B2-1B7B19CE1211}" type="pres">
      <dgm:prSet presAssocID="{EBA385CA-4EA0-4417-BC2B-5FBFC874555B}" presName="sibTrans" presStyleCnt="0"/>
      <dgm:spPr/>
    </dgm:pt>
    <dgm:pt modelId="{FC999715-D652-4879-9AC2-2A5E46402EAB}" type="pres">
      <dgm:prSet presAssocID="{A16B7C8E-1DAC-4689-960A-E00C0D2D2040}" presName="compNode" presStyleCnt="0"/>
      <dgm:spPr/>
    </dgm:pt>
    <dgm:pt modelId="{1B60931F-4662-490E-A151-0C819911B6CF}" type="pres">
      <dgm:prSet presAssocID="{A16B7C8E-1DAC-4689-960A-E00C0D2D204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5BBFA279-981D-496D-84F3-AD21389C1D1A}" type="pres">
      <dgm:prSet presAssocID="{A16B7C8E-1DAC-4689-960A-E00C0D2D2040}" presName="iconSpace" presStyleCnt="0"/>
      <dgm:spPr/>
    </dgm:pt>
    <dgm:pt modelId="{F3A2B1F5-3B91-4DD2-8912-0897FE7E5536}" type="pres">
      <dgm:prSet presAssocID="{A16B7C8E-1DAC-4689-960A-E00C0D2D2040}" presName="parTx" presStyleLbl="revTx" presStyleIdx="6" presStyleCnt="8">
        <dgm:presLayoutVars>
          <dgm:chMax val="0"/>
          <dgm:chPref val="0"/>
        </dgm:presLayoutVars>
      </dgm:prSet>
      <dgm:spPr/>
    </dgm:pt>
    <dgm:pt modelId="{BACE6CFC-5D3C-4006-AA10-DAABA43EA410}" type="pres">
      <dgm:prSet presAssocID="{A16B7C8E-1DAC-4689-960A-E00C0D2D2040}" presName="txSpace" presStyleCnt="0"/>
      <dgm:spPr/>
    </dgm:pt>
    <dgm:pt modelId="{7749CEB4-92F1-4ABB-96CE-74389E079F33}" type="pres">
      <dgm:prSet presAssocID="{A16B7C8E-1DAC-4689-960A-E00C0D2D2040}" presName="desTx" presStyleLbl="revTx" presStyleIdx="7" presStyleCnt="8">
        <dgm:presLayoutVars/>
      </dgm:prSet>
      <dgm:spPr/>
    </dgm:pt>
  </dgm:ptLst>
  <dgm:cxnLst>
    <dgm:cxn modelId="{F660F02D-0243-4F2F-A98A-86648D1641E3}" srcId="{513329D2-E76A-46A5-B46E-4F6E558FF7FC}" destId="{E26C76D6-4043-4C59-9FBA-493ADEC07A12}" srcOrd="1" destOrd="0" parTransId="{226CBAA8-5B1C-454E-A3A6-535C738A2D66}" sibTransId="{FD22F2C8-D853-432F-895B-7BF45F39735F}"/>
    <dgm:cxn modelId="{B9C5D535-DC42-420B-9EF5-A494D705056F}" srcId="{513329D2-E76A-46A5-B46E-4F6E558FF7FC}" destId="{4A2E2548-6AD9-416D-AE96-114DA6D76CA3}" srcOrd="2" destOrd="0" parTransId="{5803BBDF-9D2A-4E26-BCE5-C83E5883EF1A}" sibTransId="{EBA385CA-4EA0-4417-BC2B-5FBFC874555B}"/>
    <dgm:cxn modelId="{B20A1259-BED6-4252-9A4F-E6BCF4733203}" srcId="{4A2E2548-6AD9-416D-AE96-114DA6D76CA3}" destId="{13C1CFB1-96AC-4579-AC06-0404BB445CE6}" srcOrd="0" destOrd="0" parTransId="{2E05B025-5113-405A-85AD-4D698838D0B9}" sibTransId="{838B5566-1077-46AD-8CC3-4F1B32F9C655}"/>
    <dgm:cxn modelId="{598B5982-BBF5-4222-A071-2F0C3073E569}" type="presOf" srcId="{4A2E2548-6AD9-416D-AE96-114DA6D76CA3}" destId="{0EFA7BC9-8176-43F1-BC4E-E05F9CB6C63E}" srcOrd="0" destOrd="0" presId="urn:microsoft.com/office/officeart/2018/2/layout/IconLabelDescriptionList"/>
    <dgm:cxn modelId="{763BAA8A-4399-43CE-8B67-B1ECD07050B7}" srcId="{513329D2-E76A-46A5-B46E-4F6E558FF7FC}" destId="{7224BA73-D6E0-4A35-A003-D3F07BE1FD22}" srcOrd="0" destOrd="0" parTransId="{A047DBD7-5092-4B3B-84CF-BA567B8B6456}" sibTransId="{AB9586B5-FA55-4118-BD77-060392D30630}"/>
    <dgm:cxn modelId="{FE90599D-EE54-420B-9C0B-BC0A543092CC}" type="presOf" srcId="{13C1CFB1-96AC-4579-AC06-0404BB445CE6}" destId="{23997913-EC2E-4939-89BC-42DE5179F714}" srcOrd="0" destOrd="0" presId="urn:microsoft.com/office/officeart/2018/2/layout/IconLabelDescriptionList"/>
    <dgm:cxn modelId="{C361B79F-E6FB-460E-A132-39BC03D69AFE}" type="presOf" srcId="{513329D2-E76A-46A5-B46E-4F6E558FF7FC}" destId="{283F3E5A-3C5D-4F6D-A43F-84F1706199CA}" srcOrd="0" destOrd="0" presId="urn:microsoft.com/office/officeart/2018/2/layout/IconLabelDescriptionList"/>
    <dgm:cxn modelId="{0A7BE7AC-9276-4935-9074-FC5E91617D2D}" type="presOf" srcId="{A16B7C8E-1DAC-4689-960A-E00C0D2D2040}" destId="{F3A2B1F5-3B91-4DD2-8912-0897FE7E5536}" srcOrd="0" destOrd="0" presId="urn:microsoft.com/office/officeart/2018/2/layout/IconLabelDescriptionList"/>
    <dgm:cxn modelId="{FB6740C6-0629-4B19-A9E1-FCDDC8889FD2}" type="presOf" srcId="{7224BA73-D6E0-4A35-A003-D3F07BE1FD22}" destId="{3953798A-8F08-4423-A56B-8A96C735D44A}" srcOrd="0" destOrd="0" presId="urn:microsoft.com/office/officeart/2018/2/layout/IconLabelDescriptionList"/>
    <dgm:cxn modelId="{D2CC69D7-2ACE-449A-A562-22095D33D51C}" srcId="{513329D2-E76A-46A5-B46E-4F6E558FF7FC}" destId="{A16B7C8E-1DAC-4689-960A-E00C0D2D2040}" srcOrd="3" destOrd="0" parTransId="{F2BA9D05-75BF-45C0-B60F-06F8EEB4FD6C}" sibTransId="{B9E44913-EB02-47F4-8D45-FE08DA136D12}"/>
    <dgm:cxn modelId="{107262DA-1045-4A23-8873-241E2616AA32}" type="presOf" srcId="{E26C76D6-4043-4C59-9FBA-493ADEC07A12}" destId="{17551D12-9EEE-4ED8-895F-E21D937596FE}" srcOrd="0" destOrd="0" presId="urn:microsoft.com/office/officeart/2018/2/layout/IconLabelDescriptionList"/>
    <dgm:cxn modelId="{852FD974-8B70-4887-90D0-8D33003A623E}" type="presParOf" srcId="{283F3E5A-3C5D-4F6D-A43F-84F1706199CA}" destId="{FC504ADE-4579-4ECD-A3CA-A266151FB38D}" srcOrd="0" destOrd="0" presId="urn:microsoft.com/office/officeart/2018/2/layout/IconLabelDescriptionList"/>
    <dgm:cxn modelId="{28203828-9855-4C25-91B8-128AC3355304}" type="presParOf" srcId="{FC504ADE-4579-4ECD-A3CA-A266151FB38D}" destId="{082C8DDD-1912-4C43-9813-045C9FEA3D41}" srcOrd="0" destOrd="0" presId="urn:microsoft.com/office/officeart/2018/2/layout/IconLabelDescriptionList"/>
    <dgm:cxn modelId="{F557201D-AEAF-4CA4-9204-8E0A790734D8}" type="presParOf" srcId="{FC504ADE-4579-4ECD-A3CA-A266151FB38D}" destId="{2D6EADCD-A406-43BF-8041-EE74EEAACF8B}" srcOrd="1" destOrd="0" presId="urn:microsoft.com/office/officeart/2018/2/layout/IconLabelDescriptionList"/>
    <dgm:cxn modelId="{C8BBF1A9-C324-4EA3-8A5A-738848435E45}" type="presParOf" srcId="{FC504ADE-4579-4ECD-A3CA-A266151FB38D}" destId="{3953798A-8F08-4423-A56B-8A96C735D44A}" srcOrd="2" destOrd="0" presId="urn:microsoft.com/office/officeart/2018/2/layout/IconLabelDescriptionList"/>
    <dgm:cxn modelId="{CC6512C1-89C4-4D8F-8229-DEFBC9B8DAE8}" type="presParOf" srcId="{FC504ADE-4579-4ECD-A3CA-A266151FB38D}" destId="{824E5DF8-C3B9-4228-AAFC-B76FD92BAB12}" srcOrd="3" destOrd="0" presId="urn:microsoft.com/office/officeart/2018/2/layout/IconLabelDescriptionList"/>
    <dgm:cxn modelId="{F7099565-05BB-415B-AADF-6BA489164531}" type="presParOf" srcId="{FC504ADE-4579-4ECD-A3CA-A266151FB38D}" destId="{CD19AE9E-2817-44E7-9509-D14AFF287ACF}" srcOrd="4" destOrd="0" presId="urn:microsoft.com/office/officeart/2018/2/layout/IconLabelDescriptionList"/>
    <dgm:cxn modelId="{FBACBFAA-C46E-4F26-A9C7-0B278B61FC81}" type="presParOf" srcId="{283F3E5A-3C5D-4F6D-A43F-84F1706199CA}" destId="{8AF1B2FE-FB61-4345-AFBB-2C157CF6498A}" srcOrd="1" destOrd="0" presId="urn:microsoft.com/office/officeart/2018/2/layout/IconLabelDescriptionList"/>
    <dgm:cxn modelId="{4DF309D4-A01E-45E6-85E5-D147E8EA289A}" type="presParOf" srcId="{283F3E5A-3C5D-4F6D-A43F-84F1706199CA}" destId="{7D94BD02-355A-4D39-8E79-8C600233299D}" srcOrd="2" destOrd="0" presId="urn:microsoft.com/office/officeart/2018/2/layout/IconLabelDescriptionList"/>
    <dgm:cxn modelId="{11F67C6D-740E-48EC-A60C-14D67EDF2C93}" type="presParOf" srcId="{7D94BD02-355A-4D39-8E79-8C600233299D}" destId="{63BACC67-4FB7-4D23-93AD-4D1A0CAD7102}" srcOrd="0" destOrd="0" presId="urn:microsoft.com/office/officeart/2018/2/layout/IconLabelDescriptionList"/>
    <dgm:cxn modelId="{A1637C89-E381-41EA-95B1-865496F090E5}" type="presParOf" srcId="{7D94BD02-355A-4D39-8E79-8C600233299D}" destId="{A1282E46-6D79-4D9B-86F3-D58BD64A8EC4}" srcOrd="1" destOrd="0" presId="urn:microsoft.com/office/officeart/2018/2/layout/IconLabelDescriptionList"/>
    <dgm:cxn modelId="{6FF64C9D-7A38-4E9B-B30C-FD10A9D4E050}" type="presParOf" srcId="{7D94BD02-355A-4D39-8E79-8C600233299D}" destId="{17551D12-9EEE-4ED8-895F-E21D937596FE}" srcOrd="2" destOrd="0" presId="urn:microsoft.com/office/officeart/2018/2/layout/IconLabelDescriptionList"/>
    <dgm:cxn modelId="{D8C5F963-8D95-421D-885B-BE4686599373}" type="presParOf" srcId="{7D94BD02-355A-4D39-8E79-8C600233299D}" destId="{CE8E9BF2-E874-4380-9CD3-69BB2847A606}" srcOrd="3" destOrd="0" presId="urn:microsoft.com/office/officeart/2018/2/layout/IconLabelDescriptionList"/>
    <dgm:cxn modelId="{F92CA85C-3811-4921-97A2-3109A87DC77F}" type="presParOf" srcId="{7D94BD02-355A-4D39-8E79-8C600233299D}" destId="{FC5B6C57-97A1-405D-90EF-DF06590F182F}" srcOrd="4" destOrd="0" presId="urn:microsoft.com/office/officeart/2018/2/layout/IconLabelDescriptionList"/>
    <dgm:cxn modelId="{88EE2960-8BFD-461D-8169-EDE19ABD3D4D}" type="presParOf" srcId="{283F3E5A-3C5D-4F6D-A43F-84F1706199CA}" destId="{6D933AD6-88A8-4436-BE9E-30BB26D73310}" srcOrd="3" destOrd="0" presId="urn:microsoft.com/office/officeart/2018/2/layout/IconLabelDescriptionList"/>
    <dgm:cxn modelId="{FA6BEB13-8286-41DC-854F-AC192E3175C3}" type="presParOf" srcId="{283F3E5A-3C5D-4F6D-A43F-84F1706199CA}" destId="{4136A858-E429-44B8-96C2-31C0F5706D0C}" srcOrd="4" destOrd="0" presId="urn:microsoft.com/office/officeart/2018/2/layout/IconLabelDescriptionList"/>
    <dgm:cxn modelId="{EF151309-A05E-49A7-A8F4-8245B18CBE9C}" type="presParOf" srcId="{4136A858-E429-44B8-96C2-31C0F5706D0C}" destId="{B9C7BF52-239F-4628-8413-D7BA6D9D8E27}" srcOrd="0" destOrd="0" presId="urn:microsoft.com/office/officeart/2018/2/layout/IconLabelDescriptionList"/>
    <dgm:cxn modelId="{85022BCF-E808-4DAD-A907-AD44C3726BFB}" type="presParOf" srcId="{4136A858-E429-44B8-96C2-31C0F5706D0C}" destId="{88610CC6-14BF-48BA-A743-17A961502C64}" srcOrd="1" destOrd="0" presId="urn:microsoft.com/office/officeart/2018/2/layout/IconLabelDescriptionList"/>
    <dgm:cxn modelId="{4E02A644-099B-44F5-8C0F-F7356EC2F8E2}" type="presParOf" srcId="{4136A858-E429-44B8-96C2-31C0F5706D0C}" destId="{0EFA7BC9-8176-43F1-BC4E-E05F9CB6C63E}" srcOrd="2" destOrd="0" presId="urn:microsoft.com/office/officeart/2018/2/layout/IconLabelDescriptionList"/>
    <dgm:cxn modelId="{F5FC5C43-8044-40A9-A8BA-A0A074BDD9FB}" type="presParOf" srcId="{4136A858-E429-44B8-96C2-31C0F5706D0C}" destId="{E95D1AAA-566F-4AC2-BA72-D03B6BF68B2C}" srcOrd="3" destOrd="0" presId="urn:microsoft.com/office/officeart/2018/2/layout/IconLabelDescriptionList"/>
    <dgm:cxn modelId="{250A1F59-86F7-4379-BE61-28AC81FD570F}" type="presParOf" srcId="{4136A858-E429-44B8-96C2-31C0F5706D0C}" destId="{23997913-EC2E-4939-89BC-42DE5179F714}" srcOrd="4" destOrd="0" presId="urn:microsoft.com/office/officeart/2018/2/layout/IconLabelDescriptionList"/>
    <dgm:cxn modelId="{D6F21DB5-14E2-4070-BE33-E168D76C1905}" type="presParOf" srcId="{283F3E5A-3C5D-4F6D-A43F-84F1706199CA}" destId="{78910682-09D2-47E2-A6B2-1B7B19CE1211}" srcOrd="5" destOrd="0" presId="urn:microsoft.com/office/officeart/2018/2/layout/IconLabelDescriptionList"/>
    <dgm:cxn modelId="{A32F869F-209E-4866-88F7-2E99BBDBF4E4}" type="presParOf" srcId="{283F3E5A-3C5D-4F6D-A43F-84F1706199CA}" destId="{FC999715-D652-4879-9AC2-2A5E46402EAB}" srcOrd="6" destOrd="0" presId="urn:microsoft.com/office/officeart/2018/2/layout/IconLabelDescriptionList"/>
    <dgm:cxn modelId="{CE14E987-1EA4-4918-8996-48024A315531}" type="presParOf" srcId="{FC999715-D652-4879-9AC2-2A5E46402EAB}" destId="{1B60931F-4662-490E-A151-0C819911B6CF}" srcOrd="0" destOrd="0" presId="urn:microsoft.com/office/officeart/2018/2/layout/IconLabelDescriptionList"/>
    <dgm:cxn modelId="{75DF67B4-E37C-4EDD-891A-AAE03C74B5A2}" type="presParOf" srcId="{FC999715-D652-4879-9AC2-2A5E46402EAB}" destId="{5BBFA279-981D-496D-84F3-AD21389C1D1A}" srcOrd="1" destOrd="0" presId="urn:microsoft.com/office/officeart/2018/2/layout/IconLabelDescriptionList"/>
    <dgm:cxn modelId="{539C543E-CF8E-4564-9588-ADD0CE6C8297}" type="presParOf" srcId="{FC999715-D652-4879-9AC2-2A5E46402EAB}" destId="{F3A2B1F5-3B91-4DD2-8912-0897FE7E5536}" srcOrd="2" destOrd="0" presId="urn:microsoft.com/office/officeart/2018/2/layout/IconLabelDescriptionList"/>
    <dgm:cxn modelId="{66752699-2D3D-46FB-A95A-C13BC34CD61A}" type="presParOf" srcId="{FC999715-D652-4879-9AC2-2A5E46402EAB}" destId="{BACE6CFC-5D3C-4006-AA10-DAABA43EA410}" srcOrd="3" destOrd="0" presId="urn:microsoft.com/office/officeart/2018/2/layout/IconLabelDescriptionList"/>
    <dgm:cxn modelId="{B4A92C17-23C1-4352-AC90-86945DD98A73}" type="presParOf" srcId="{FC999715-D652-4879-9AC2-2A5E46402EAB}" destId="{7749CEB4-92F1-4ABB-96CE-74389E079F3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29F788B-ED5E-4F02-857F-9B1366502B1F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D3CC03-9777-48FB-A696-684F64DAE1EA}">
      <dgm:prSet/>
      <dgm:spPr/>
      <dgm:t>
        <a:bodyPr/>
        <a:lstStyle/>
        <a:p>
          <a:r>
            <a:rPr lang="vi-VN"/>
            <a:t>Sử dụng </a:t>
          </a:r>
          <a:r>
            <a:rPr lang="vi-VN" b="1"/>
            <a:t>Docker Compose</a:t>
          </a:r>
          <a:r>
            <a:rPr lang="vi-VN"/>
            <a:t> để quản lý môi trường phát triển nhất quán.</a:t>
          </a:r>
          <a:endParaRPr lang="en-US"/>
        </a:p>
      </dgm:t>
    </dgm:pt>
    <dgm:pt modelId="{AB5A4EEB-726F-4332-960A-F82742F71ED7}" type="parTrans" cxnId="{22A1EF05-57C9-4CDA-A6CB-BBC1532B798A}">
      <dgm:prSet/>
      <dgm:spPr/>
      <dgm:t>
        <a:bodyPr/>
        <a:lstStyle/>
        <a:p>
          <a:endParaRPr lang="en-US"/>
        </a:p>
      </dgm:t>
    </dgm:pt>
    <dgm:pt modelId="{64933F0F-8890-456C-A851-7421984905BB}" type="sibTrans" cxnId="{22A1EF05-57C9-4CDA-A6CB-BBC1532B798A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A0A5BFEE-17C1-40CE-88BF-E9FAEA0D3FA3}">
      <dgm:prSet/>
      <dgm:spPr/>
      <dgm:t>
        <a:bodyPr/>
        <a:lstStyle/>
        <a:p>
          <a:r>
            <a:rPr lang="vi-VN" b="1"/>
            <a:t>PostgreSQL 15-alpine</a:t>
          </a:r>
          <a:r>
            <a:rPr lang="vi-VN"/>
            <a:t>: Lựa chọn tối ưu về hiệu suất và dung lượng.</a:t>
          </a:r>
          <a:endParaRPr lang="en-US"/>
        </a:p>
      </dgm:t>
    </dgm:pt>
    <dgm:pt modelId="{4C8BA079-BDC2-4086-90C5-DB001901E866}" type="parTrans" cxnId="{70085C78-7DDD-476E-A485-6183A362117B}">
      <dgm:prSet/>
      <dgm:spPr/>
      <dgm:t>
        <a:bodyPr/>
        <a:lstStyle/>
        <a:p>
          <a:endParaRPr lang="en-US"/>
        </a:p>
      </dgm:t>
    </dgm:pt>
    <dgm:pt modelId="{8B0CAE38-CD8D-46F6-B43D-E95F6EB035A9}" type="sibTrans" cxnId="{70085C78-7DDD-476E-A485-6183A362117B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7B97866A-5860-4FA1-B3C4-A3FB77CF6FAD}">
      <dgm:prSet/>
      <dgm:spPr/>
      <dgm:t>
        <a:bodyPr/>
        <a:lstStyle/>
        <a:p>
          <a:r>
            <a:rPr lang="en-US" b="1"/>
            <a:t>Data Persistence</a:t>
          </a:r>
          <a:r>
            <a:rPr lang="en-US"/>
            <a:t>: Cấu hình </a:t>
          </a:r>
          <a:r>
            <a:rPr lang="en-US" i="1"/>
            <a:t>Named Volumes</a:t>
          </a:r>
          <a:r>
            <a:rPr lang="en-US"/>
            <a:t> để đảm bảo dữ liệu không bị mất khi container khởi động lại.</a:t>
          </a:r>
        </a:p>
      </dgm:t>
    </dgm:pt>
    <dgm:pt modelId="{6BA4E647-529F-4F11-8D9F-35CBDA0B0377}" type="parTrans" cxnId="{20A8DD54-0DE7-4B0B-94B1-D2A06EACBA44}">
      <dgm:prSet/>
      <dgm:spPr/>
      <dgm:t>
        <a:bodyPr/>
        <a:lstStyle/>
        <a:p>
          <a:endParaRPr lang="en-US"/>
        </a:p>
      </dgm:t>
    </dgm:pt>
    <dgm:pt modelId="{54C07320-EC54-4452-9E14-8EC6966022BB}" type="sibTrans" cxnId="{20A8DD54-0DE7-4B0B-94B1-D2A06EACBA44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6A0BACAE-B4E9-4D66-831F-2BC1491A5E3D}" type="pres">
      <dgm:prSet presAssocID="{229F788B-ED5E-4F02-857F-9B1366502B1F}" presName="Name0" presStyleCnt="0">
        <dgm:presLayoutVars>
          <dgm:animLvl val="lvl"/>
          <dgm:resizeHandles val="exact"/>
        </dgm:presLayoutVars>
      </dgm:prSet>
      <dgm:spPr/>
    </dgm:pt>
    <dgm:pt modelId="{08B2B676-0464-4455-AD72-1518ADD80C39}" type="pres">
      <dgm:prSet presAssocID="{B6D3CC03-9777-48FB-A696-684F64DAE1EA}" presName="compositeNode" presStyleCnt="0">
        <dgm:presLayoutVars>
          <dgm:bulletEnabled val="1"/>
        </dgm:presLayoutVars>
      </dgm:prSet>
      <dgm:spPr/>
    </dgm:pt>
    <dgm:pt modelId="{2D6DDB24-D925-40C8-AC45-6310DE7EE14A}" type="pres">
      <dgm:prSet presAssocID="{B6D3CC03-9777-48FB-A696-684F64DAE1EA}" presName="bgRect" presStyleLbl="alignNode1" presStyleIdx="0" presStyleCnt="3"/>
      <dgm:spPr/>
    </dgm:pt>
    <dgm:pt modelId="{6CAA1C26-49FD-4594-943B-C202AB218B72}" type="pres">
      <dgm:prSet presAssocID="{64933F0F-8890-456C-A851-7421984905BB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82CC801C-168B-4AF7-A582-8CE0EB8CA662}" type="pres">
      <dgm:prSet presAssocID="{B6D3CC03-9777-48FB-A696-684F64DAE1EA}" presName="nodeRect" presStyleLbl="alignNode1" presStyleIdx="0" presStyleCnt="3">
        <dgm:presLayoutVars>
          <dgm:bulletEnabled val="1"/>
        </dgm:presLayoutVars>
      </dgm:prSet>
      <dgm:spPr/>
    </dgm:pt>
    <dgm:pt modelId="{5B129B55-7CB4-429A-A9A6-584F64B80658}" type="pres">
      <dgm:prSet presAssocID="{64933F0F-8890-456C-A851-7421984905BB}" presName="sibTrans" presStyleCnt="0"/>
      <dgm:spPr/>
    </dgm:pt>
    <dgm:pt modelId="{B289C4A7-2BDF-4655-BFE8-B1CD670C5649}" type="pres">
      <dgm:prSet presAssocID="{A0A5BFEE-17C1-40CE-88BF-E9FAEA0D3FA3}" presName="compositeNode" presStyleCnt="0">
        <dgm:presLayoutVars>
          <dgm:bulletEnabled val="1"/>
        </dgm:presLayoutVars>
      </dgm:prSet>
      <dgm:spPr/>
    </dgm:pt>
    <dgm:pt modelId="{B3CC45E4-C03F-4EB7-A824-7C1C7FFBB149}" type="pres">
      <dgm:prSet presAssocID="{A0A5BFEE-17C1-40CE-88BF-E9FAEA0D3FA3}" presName="bgRect" presStyleLbl="alignNode1" presStyleIdx="1" presStyleCnt="3"/>
      <dgm:spPr/>
    </dgm:pt>
    <dgm:pt modelId="{200DDC02-D9B7-4F6E-81B6-038B2C24F8E9}" type="pres">
      <dgm:prSet presAssocID="{8B0CAE38-CD8D-46F6-B43D-E95F6EB035A9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48257201-3708-4492-B210-CE7F7054054F}" type="pres">
      <dgm:prSet presAssocID="{A0A5BFEE-17C1-40CE-88BF-E9FAEA0D3FA3}" presName="nodeRect" presStyleLbl="alignNode1" presStyleIdx="1" presStyleCnt="3">
        <dgm:presLayoutVars>
          <dgm:bulletEnabled val="1"/>
        </dgm:presLayoutVars>
      </dgm:prSet>
      <dgm:spPr/>
    </dgm:pt>
    <dgm:pt modelId="{914B1C65-6FE7-468F-8EDB-D5CAAAC54CE6}" type="pres">
      <dgm:prSet presAssocID="{8B0CAE38-CD8D-46F6-B43D-E95F6EB035A9}" presName="sibTrans" presStyleCnt="0"/>
      <dgm:spPr/>
    </dgm:pt>
    <dgm:pt modelId="{D0EBF226-CA32-4FE9-9C3F-7F87A3635A98}" type="pres">
      <dgm:prSet presAssocID="{7B97866A-5860-4FA1-B3C4-A3FB77CF6FAD}" presName="compositeNode" presStyleCnt="0">
        <dgm:presLayoutVars>
          <dgm:bulletEnabled val="1"/>
        </dgm:presLayoutVars>
      </dgm:prSet>
      <dgm:spPr/>
    </dgm:pt>
    <dgm:pt modelId="{EA644A6F-5DEC-4FD6-B951-E4603AAE8AB9}" type="pres">
      <dgm:prSet presAssocID="{7B97866A-5860-4FA1-B3C4-A3FB77CF6FAD}" presName="bgRect" presStyleLbl="alignNode1" presStyleIdx="2" presStyleCnt="3"/>
      <dgm:spPr/>
    </dgm:pt>
    <dgm:pt modelId="{280A2227-98D3-43CE-8DF8-67AAAB2B2F92}" type="pres">
      <dgm:prSet presAssocID="{54C07320-EC54-4452-9E14-8EC6966022BB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C9127A57-9685-4866-86D8-3CDBEA74FD52}" type="pres">
      <dgm:prSet presAssocID="{7B97866A-5860-4FA1-B3C4-A3FB77CF6FAD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22A1EF05-57C9-4CDA-A6CB-BBC1532B798A}" srcId="{229F788B-ED5E-4F02-857F-9B1366502B1F}" destId="{B6D3CC03-9777-48FB-A696-684F64DAE1EA}" srcOrd="0" destOrd="0" parTransId="{AB5A4EEB-726F-4332-960A-F82742F71ED7}" sibTransId="{64933F0F-8890-456C-A851-7421984905BB}"/>
    <dgm:cxn modelId="{2522002F-B51E-4A78-9A2E-B48986EDB5B5}" type="presOf" srcId="{A0A5BFEE-17C1-40CE-88BF-E9FAEA0D3FA3}" destId="{B3CC45E4-C03F-4EB7-A824-7C1C7FFBB149}" srcOrd="0" destOrd="0" presId="urn:microsoft.com/office/officeart/2016/7/layout/LinearBlockProcessNumbered"/>
    <dgm:cxn modelId="{14700966-43C0-4A5E-B143-178C26AB71D4}" type="presOf" srcId="{B6D3CC03-9777-48FB-A696-684F64DAE1EA}" destId="{82CC801C-168B-4AF7-A582-8CE0EB8CA662}" srcOrd="1" destOrd="0" presId="urn:microsoft.com/office/officeart/2016/7/layout/LinearBlockProcessNumbered"/>
    <dgm:cxn modelId="{66B8CE67-74AF-487A-A67F-59D08729ADA0}" type="presOf" srcId="{7B97866A-5860-4FA1-B3C4-A3FB77CF6FAD}" destId="{EA644A6F-5DEC-4FD6-B951-E4603AAE8AB9}" srcOrd="0" destOrd="0" presId="urn:microsoft.com/office/officeart/2016/7/layout/LinearBlockProcessNumbered"/>
    <dgm:cxn modelId="{03B3954D-BE26-4E19-A557-909E45E99336}" type="presOf" srcId="{54C07320-EC54-4452-9E14-8EC6966022BB}" destId="{280A2227-98D3-43CE-8DF8-67AAAB2B2F92}" srcOrd="0" destOrd="0" presId="urn:microsoft.com/office/officeart/2016/7/layout/LinearBlockProcessNumbered"/>
    <dgm:cxn modelId="{20A8DD54-0DE7-4B0B-94B1-D2A06EACBA44}" srcId="{229F788B-ED5E-4F02-857F-9B1366502B1F}" destId="{7B97866A-5860-4FA1-B3C4-A3FB77CF6FAD}" srcOrd="2" destOrd="0" parTransId="{6BA4E647-529F-4F11-8D9F-35CBDA0B0377}" sibTransId="{54C07320-EC54-4452-9E14-8EC6966022BB}"/>
    <dgm:cxn modelId="{2B805C77-C363-4096-8CBB-BB2063F44EEA}" type="presOf" srcId="{7B97866A-5860-4FA1-B3C4-A3FB77CF6FAD}" destId="{C9127A57-9685-4866-86D8-3CDBEA74FD52}" srcOrd="1" destOrd="0" presId="urn:microsoft.com/office/officeart/2016/7/layout/LinearBlockProcessNumbered"/>
    <dgm:cxn modelId="{70085C78-7DDD-476E-A485-6183A362117B}" srcId="{229F788B-ED5E-4F02-857F-9B1366502B1F}" destId="{A0A5BFEE-17C1-40CE-88BF-E9FAEA0D3FA3}" srcOrd="1" destOrd="0" parTransId="{4C8BA079-BDC2-4086-90C5-DB001901E866}" sibTransId="{8B0CAE38-CD8D-46F6-B43D-E95F6EB035A9}"/>
    <dgm:cxn modelId="{81391F86-F7EB-4D37-95BF-C7608993331C}" type="presOf" srcId="{229F788B-ED5E-4F02-857F-9B1366502B1F}" destId="{6A0BACAE-B4E9-4D66-831F-2BC1491A5E3D}" srcOrd="0" destOrd="0" presId="urn:microsoft.com/office/officeart/2016/7/layout/LinearBlockProcessNumbered"/>
    <dgm:cxn modelId="{4188D1C2-20A9-4334-89DC-AFCE888435DE}" type="presOf" srcId="{64933F0F-8890-456C-A851-7421984905BB}" destId="{6CAA1C26-49FD-4594-943B-C202AB218B72}" srcOrd="0" destOrd="0" presId="urn:microsoft.com/office/officeart/2016/7/layout/LinearBlockProcessNumbered"/>
    <dgm:cxn modelId="{E09FA7CC-F396-4B12-A6CC-572589F8C871}" type="presOf" srcId="{8B0CAE38-CD8D-46F6-B43D-E95F6EB035A9}" destId="{200DDC02-D9B7-4F6E-81B6-038B2C24F8E9}" srcOrd="0" destOrd="0" presId="urn:microsoft.com/office/officeart/2016/7/layout/LinearBlockProcessNumbered"/>
    <dgm:cxn modelId="{0B16C5EE-1490-4F77-B0B3-59BC74D1711E}" type="presOf" srcId="{B6D3CC03-9777-48FB-A696-684F64DAE1EA}" destId="{2D6DDB24-D925-40C8-AC45-6310DE7EE14A}" srcOrd="0" destOrd="0" presId="urn:microsoft.com/office/officeart/2016/7/layout/LinearBlockProcessNumbered"/>
    <dgm:cxn modelId="{E09F8BFF-587C-4892-9A93-B5475273F0C7}" type="presOf" srcId="{A0A5BFEE-17C1-40CE-88BF-E9FAEA0D3FA3}" destId="{48257201-3708-4492-B210-CE7F7054054F}" srcOrd="1" destOrd="0" presId="urn:microsoft.com/office/officeart/2016/7/layout/LinearBlockProcessNumbered"/>
    <dgm:cxn modelId="{70233BFB-122B-4252-9190-6DD91EDB9CFE}" type="presParOf" srcId="{6A0BACAE-B4E9-4D66-831F-2BC1491A5E3D}" destId="{08B2B676-0464-4455-AD72-1518ADD80C39}" srcOrd="0" destOrd="0" presId="urn:microsoft.com/office/officeart/2016/7/layout/LinearBlockProcessNumbered"/>
    <dgm:cxn modelId="{58706808-33E0-43BA-8EC5-4345D2906249}" type="presParOf" srcId="{08B2B676-0464-4455-AD72-1518ADD80C39}" destId="{2D6DDB24-D925-40C8-AC45-6310DE7EE14A}" srcOrd="0" destOrd="0" presId="urn:microsoft.com/office/officeart/2016/7/layout/LinearBlockProcessNumbered"/>
    <dgm:cxn modelId="{37A5FAA5-1A52-4ADD-9CB2-F0C8D0D9ADCB}" type="presParOf" srcId="{08B2B676-0464-4455-AD72-1518ADD80C39}" destId="{6CAA1C26-49FD-4594-943B-C202AB218B72}" srcOrd="1" destOrd="0" presId="urn:microsoft.com/office/officeart/2016/7/layout/LinearBlockProcessNumbered"/>
    <dgm:cxn modelId="{0F92537D-2C0B-4F58-A972-DFA54CC9A32E}" type="presParOf" srcId="{08B2B676-0464-4455-AD72-1518ADD80C39}" destId="{82CC801C-168B-4AF7-A582-8CE0EB8CA662}" srcOrd="2" destOrd="0" presId="urn:microsoft.com/office/officeart/2016/7/layout/LinearBlockProcessNumbered"/>
    <dgm:cxn modelId="{7810FF16-3B17-42E5-BE29-0DC6321FC1CB}" type="presParOf" srcId="{6A0BACAE-B4E9-4D66-831F-2BC1491A5E3D}" destId="{5B129B55-7CB4-429A-A9A6-584F64B80658}" srcOrd="1" destOrd="0" presId="urn:microsoft.com/office/officeart/2016/7/layout/LinearBlockProcessNumbered"/>
    <dgm:cxn modelId="{EF1F287B-047D-413F-B5A5-34D9BDF0E591}" type="presParOf" srcId="{6A0BACAE-B4E9-4D66-831F-2BC1491A5E3D}" destId="{B289C4A7-2BDF-4655-BFE8-B1CD670C5649}" srcOrd="2" destOrd="0" presId="urn:microsoft.com/office/officeart/2016/7/layout/LinearBlockProcessNumbered"/>
    <dgm:cxn modelId="{6E8BFD57-7C37-4203-99DE-FE2F830519DD}" type="presParOf" srcId="{B289C4A7-2BDF-4655-BFE8-B1CD670C5649}" destId="{B3CC45E4-C03F-4EB7-A824-7C1C7FFBB149}" srcOrd="0" destOrd="0" presId="urn:microsoft.com/office/officeart/2016/7/layout/LinearBlockProcessNumbered"/>
    <dgm:cxn modelId="{D4400142-92A8-40D4-AC16-E81CB4976B63}" type="presParOf" srcId="{B289C4A7-2BDF-4655-BFE8-B1CD670C5649}" destId="{200DDC02-D9B7-4F6E-81B6-038B2C24F8E9}" srcOrd="1" destOrd="0" presId="urn:microsoft.com/office/officeart/2016/7/layout/LinearBlockProcessNumbered"/>
    <dgm:cxn modelId="{58103015-B10A-49CC-A2F4-79BDCD214A51}" type="presParOf" srcId="{B289C4A7-2BDF-4655-BFE8-B1CD670C5649}" destId="{48257201-3708-4492-B210-CE7F7054054F}" srcOrd="2" destOrd="0" presId="urn:microsoft.com/office/officeart/2016/7/layout/LinearBlockProcessNumbered"/>
    <dgm:cxn modelId="{0A9A8803-7607-4179-95A3-0BACB8BD4112}" type="presParOf" srcId="{6A0BACAE-B4E9-4D66-831F-2BC1491A5E3D}" destId="{914B1C65-6FE7-468F-8EDB-D5CAAAC54CE6}" srcOrd="3" destOrd="0" presId="urn:microsoft.com/office/officeart/2016/7/layout/LinearBlockProcessNumbered"/>
    <dgm:cxn modelId="{AF6E97F7-9551-416F-A6B0-0E44909FBAF2}" type="presParOf" srcId="{6A0BACAE-B4E9-4D66-831F-2BC1491A5E3D}" destId="{D0EBF226-CA32-4FE9-9C3F-7F87A3635A98}" srcOrd="4" destOrd="0" presId="urn:microsoft.com/office/officeart/2016/7/layout/LinearBlockProcessNumbered"/>
    <dgm:cxn modelId="{4F19D6E8-1C0B-49D0-8607-1A76AF5347EF}" type="presParOf" srcId="{D0EBF226-CA32-4FE9-9C3F-7F87A3635A98}" destId="{EA644A6F-5DEC-4FD6-B951-E4603AAE8AB9}" srcOrd="0" destOrd="0" presId="urn:microsoft.com/office/officeart/2016/7/layout/LinearBlockProcessNumbered"/>
    <dgm:cxn modelId="{4E726139-55EA-41C1-BC1F-8C51DA9D37FB}" type="presParOf" srcId="{D0EBF226-CA32-4FE9-9C3F-7F87A3635A98}" destId="{280A2227-98D3-43CE-8DF8-67AAAB2B2F92}" srcOrd="1" destOrd="0" presId="urn:microsoft.com/office/officeart/2016/7/layout/LinearBlockProcessNumbered"/>
    <dgm:cxn modelId="{2E28C6AF-4E83-432A-B47C-16ABD98E4E14}" type="presParOf" srcId="{D0EBF226-CA32-4FE9-9C3F-7F87A3635A98}" destId="{C9127A57-9685-4866-86D8-3CDBEA74FD5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CF9849A-E276-41A1-BD57-33D55598EB4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C4DA6AC-CF17-4E36-9A81-7CDE8DA5CD65}">
      <dgm:prSet/>
      <dgm:spPr/>
      <dgm:t>
        <a:bodyPr/>
        <a:lstStyle/>
        <a:p>
          <a:r>
            <a:rPr lang="en-US" b="1"/>
            <a:t>Users</a:t>
          </a:r>
          <a:r>
            <a:rPr lang="en-US"/>
            <a:t>: Quản lý thông tin định danh (ID, FullName, Email, Role).</a:t>
          </a:r>
        </a:p>
      </dgm:t>
    </dgm:pt>
    <dgm:pt modelId="{8C48A307-A033-4D33-A340-9EB5FBD57041}" type="parTrans" cxnId="{47E6AFE7-736A-4BEF-A764-7F36A682B62C}">
      <dgm:prSet/>
      <dgm:spPr/>
      <dgm:t>
        <a:bodyPr/>
        <a:lstStyle/>
        <a:p>
          <a:endParaRPr lang="en-US"/>
        </a:p>
      </dgm:t>
    </dgm:pt>
    <dgm:pt modelId="{EB9417B0-2BA1-4F3E-8D93-DEE6CC4E58DD}" type="sibTrans" cxnId="{47E6AFE7-736A-4BEF-A764-7F36A682B62C}">
      <dgm:prSet/>
      <dgm:spPr/>
      <dgm:t>
        <a:bodyPr/>
        <a:lstStyle/>
        <a:p>
          <a:endParaRPr lang="en-US"/>
        </a:p>
      </dgm:t>
    </dgm:pt>
    <dgm:pt modelId="{DC121FC2-5752-4135-BAFD-083DF0F67F7C}">
      <dgm:prSet/>
      <dgm:spPr/>
      <dgm:t>
        <a:bodyPr/>
        <a:lstStyle/>
        <a:p>
          <a:r>
            <a:rPr lang="vi-VN" b="1"/>
            <a:t>Documents</a:t>
          </a:r>
          <a:r>
            <a:rPr lang="vi-VN"/>
            <a:t>: Lưu trữ Metadata của tệp tin (FileName, FilePath, UploadedAt).</a:t>
          </a:r>
          <a:endParaRPr lang="en-US"/>
        </a:p>
      </dgm:t>
    </dgm:pt>
    <dgm:pt modelId="{CD0C949D-D2AF-450D-B625-7AA8448B0083}" type="parTrans" cxnId="{82A3BD02-02FB-4511-91A1-832D7FBEC0F9}">
      <dgm:prSet/>
      <dgm:spPr/>
      <dgm:t>
        <a:bodyPr/>
        <a:lstStyle/>
        <a:p>
          <a:endParaRPr lang="en-US"/>
        </a:p>
      </dgm:t>
    </dgm:pt>
    <dgm:pt modelId="{CCE64F17-B62C-4032-B4FE-7E6E24D525A6}" type="sibTrans" cxnId="{82A3BD02-02FB-4511-91A1-832D7FBEC0F9}">
      <dgm:prSet/>
      <dgm:spPr/>
      <dgm:t>
        <a:bodyPr/>
        <a:lstStyle/>
        <a:p>
          <a:endParaRPr lang="en-US"/>
        </a:p>
      </dgm:t>
    </dgm:pt>
    <dgm:pt modelId="{74919153-F0A6-4850-962C-E6B13C831176}">
      <dgm:prSet/>
      <dgm:spPr/>
      <dgm:t>
        <a:bodyPr/>
        <a:lstStyle/>
        <a:p>
          <a:r>
            <a:rPr lang="en-US" b="1"/>
            <a:t>Status Management</a:t>
          </a:r>
          <a:r>
            <a:rPr lang="en-US"/>
            <a:t>: Thiết lập trạng thái mặc định là Pending để chuẩn bị cho luồng xử lý AI bất đồng bộ.</a:t>
          </a:r>
        </a:p>
      </dgm:t>
    </dgm:pt>
    <dgm:pt modelId="{6870A1C7-7AA3-455D-AF96-0EAD0655CB54}" type="parTrans" cxnId="{AD8079C0-FBCA-46CD-AEA4-6C201488AE7A}">
      <dgm:prSet/>
      <dgm:spPr/>
      <dgm:t>
        <a:bodyPr/>
        <a:lstStyle/>
        <a:p>
          <a:endParaRPr lang="en-US"/>
        </a:p>
      </dgm:t>
    </dgm:pt>
    <dgm:pt modelId="{BDC080DA-0F5A-410A-B40B-BAA61CE860DF}" type="sibTrans" cxnId="{AD8079C0-FBCA-46CD-AEA4-6C201488AE7A}">
      <dgm:prSet/>
      <dgm:spPr/>
      <dgm:t>
        <a:bodyPr/>
        <a:lstStyle/>
        <a:p>
          <a:endParaRPr lang="en-US"/>
        </a:p>
      </dgm:t>
    </dgm:pt>
    <dgm:pt modelId="{8AE04F86-75B7-4482-B91D-64F3F6C48917}" type="pres">
      <dgm:prSet presAssocID="{9CF9849A-E276-41A1-BD57-33D55598EB47}" presName="root" presStyleCnt="0">
        <dgm:presLayoutVars>
          <dgm:dir/>
          <dgm:resizeHandles val="exact"/>
        </dgm:presLayoutVars>
      </dgm:prSet>
      <dgm:spPr/>
    </dgm:pt>
    <dgm:pt modelId="{901632C5-4D8F-47D0-9DD4-B06459ACD7D4}" type="pres">
      <dgm:prSet presAssocID="{CC4DA6AC-CF17-4E36-9A81-7CDE8DA5CD65}" presName="compNode" presStyleCnt="0"/>
      <dgm:spPr/>
    </dgm:pt>
    <dgm:pt modelId="{BE3D5195-8AEE-45B7-80B1-4776CFE9048C}" type="pres">
      <dgm:prSet presAssocID="{CC4DA6AC-CF17-4E36-9A81-7CDE8DA5CD65}" presName="bgRect" presStyleLbl="bgShp" presStyleIdx="0" presStyleCnt="3"/>
      <dgm:spPr/>
    </dgm:pt>
    <dgm:pt modelId="{210B283F-E3EA-4262-B0FC-A3B879E23AD9}" type="pres">
      <dgm:prSet presAssocID="{CC4DA6AC-CF17-4E36-9A81-7CDE8DA5CD6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EBF23645-2024-4371-8EB4-C0978DD03F95}" type="pres">
      <dgm:prSet presAssocID="{CC4DA6AC-CF17-4E36-9A81-7CDE8DA5CD65}" presName="spaceRect" presStyleCnt="0"/>
      <dgm:spPr/>
    </dgm:pt>
    <dgm:pt modelId="{8D7E6204-D755-47B8-B41B-143D59CF738B}" type="pres">
      <dgm:prSet presAssocID="{CC4DA6AC-CF17-4E36-9A81-7CDE8DA5CD65}" presName="parTx" presStyleLbl="revTx" presStyleIdx="0" presStyleCnt="3">
        <dgm:presLayoutVars>
          <dgm:chMax val="0"/>
          <dgm:chPref val="0"/>
        </dgm:presLayoutVars>
      </dgm:prSet>
      <dgm:spPr/>
    </dgm:pt>
    <dgm:pt modelId="{BBDF86EE-8554-4DC8-BBC1-23AFB2751165}" type="pres">
      <dgm:prSet presAssocID="{EB9417B0-2BA1-4F3E-8D93-DEE6CC4E58DD}" presName="sibTrans" presStyleCnt="0"/>
      <dgm:spPr/>
    </dgm:pt>
    <dgm:pt modelId="{C22D4A15-4F66-4D88-94C3-AD35929B0173}" type="pres">
      <dgm:prSet presAssocID="{DC121FC2-5752-4135-BAFD-083DF0F67F7C}" presName="compNode" presStyleCnt="0"/>
      <dgm:spPr/>
    </dgm:pt>
    <dgm:pt modelId="{AE151EF2-7CE1-49AA-BC67-C2E3F111C717}" type="pres">
      <dgm:prSet presAssocID="{DC121FC2-5752-4135-BAFD-083DF0F67F7C}" presName="bgRect" presStyleLbl="bgShp" presStyleIdx="1" presStyleCnt="3"/>
      <dgm:spPr/>
    </dgm:pt>
    <dgm:pt modelId="{8D391D3E-5ADE-4358-B5BF-650D8A6C603B}" type="pres">
      <dgm:prSet presAssocID="{DC121FC2-5752-4135-BAFD-083DF0F67F7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DDBDD4B3-E6C3-4B3B-9329-D7E9756693E9}" type="pres">
      <dgm:prSet presAssocID="{DC121FC2-5752-4135-BAFD-083DF0F67F7C}" presName="spaceRect" presStyleCnt="0"/>
      <dgm:spPr/>
    </dgm:pt>
    <dgm:pt modelId="{BC1898DB-510F-43AD-ADF8-8BC8549F931D}" type="pres">
      <dgm:prSet presAssocID="{DC121FC2-5752-4135-BAFD-083DF0F67F7C}" presName="parTx" presStyleLbl="revTx" presStyleIdx="1" presStyleCnt="3">
        <dgm:presLayoutVars>
          <dgm:chMax val="0"/>
          <dgm:chPref val="0"/>
        </dgm:presLayoutVars>
      </dgm:prSet>
      <dgm:spPr/>
    </dgm:pt>
    <dgm:pt modelId="{49FD0F72-B858-40BB-8B1C-46F6C3A21FAA}" type="pres">
      <dgm:prSet presAssocID="{CCE64F17-B62C-4032-B4FE-7E6E24D525A6}" presName="sibTrans" presStyleCnt="0"/>
      <dgm:spPr/>
    </dgm:pt>
    <dgm:pt modelId="{54E943C5-82BB-44A6-92CF-DF3DE393EB3F}" type="pres">
      <dgm:prSet presAssocID="{74919153-F0A6-4850-962C-E6B13C831176}" presName="compNode" presStyleCnt="0"/>
      <dgm:spPr/>
    </dgm:pt>
    <dgm:pt modelId="{27B261F2-61D2-4970-B7AE-A630C499837D}" type="pres">
      <dgm:prSet presAssocID="{74919153-F0A6-4850-962C-E6B13C831176}" presName="bgRect" presStyleLbl="bgShp" presStyleIdx="2" presStyleCnt="3"/>
      <dgm:spPr/>
    </dgm:pt>
    <dgm:pt modelId="{9074F165-106B-4C9A-9DA3-59A1674F64DE}" type="pres">
      <dgm:prSet presAssocID="{74919153-F0A6-4850-962C-E6B13C83117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30C2AE9-3D04-4D1C-9368-36403CCA8F74}" type="pres">
      <dgm:prSet presAssocID="{74919153-F0A6-4850-962C-E6B13C831176}" presName="spaceRect" presStyleCnt="0"/>
      <dgm:spPr/>
    </dgm:pt>
    <dgm:pt modelId="{7CD55004-3683-4C54-99B9-AD3695B5201D}" type="pres">
      <dgm:prSet presAssocID="{74919153-F0A6-4850-962C-E6B13C83117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2A3BD02-02FB-4511-91A1-832D7FBEC0F9}" srcId="{9CF9849A-E276-41A1-BD57-33D55598EB47}" destId="{DC121FC2-5752-4135-BAFD-083DF0F67F7C}" srcOrd="1" destOrd="0" parTransId="{CD0C949D-D2AF-450D-B625-7AA8448B0083}" sibTransId="{CCE64F17-B62C-4032-B4FE-7E6E24D525A6}"/>
    <dgm:cxn modelId="{9EC2A31A-5FD8-4901-9A42-6550DB1EEC65}" type="presOf" srcId="{CC4DA6AC-CF17-4E36-9A81-7CDE8DA5CD65}" destId="{8D7E6204-D755-47B8-B41B-143D59CF738B}" srcOrd="0" destOrd="0" presId="urn:microsoft.com/office/officeart/2018/2/layout/IconVerticalSolidList"/>
    <dgm:cxn modelId="{7479C930-9750-4C9C-AFD5-3451DF228E80}" type="presOf" srcId="{DC121FC2-5752-4135-BAFD-083DF0F67F7C}" destId="{BC1898DB-510F-43AD-ADF8-8BC8549F931D}" srcOrd="0" destOrd="0" presId="urn:microsoft.com/office/officeart/2018/2/layout/IconVerticalSolidList"/>
    <dgm:cxn modelId="{0BDC9A58-0C47-430A-B364-E4E18FAA57C0}" type="presOf" srcId="{9CF9849A-E276-41A1-BD57-33D55598EB47}" destId="{8AE04F86-75B7-4482-B91D-64F3F6C48917}" srcOrd="0" destOrd="0" presId="urn:microsoft.com/office/officeart/2018/2/layout/IconVerticalSolidList"/>
    <dgm:cxn modelId="{387DF7A2-1BA8-463F-8837-60C894A4B3EC}" type="presOf" srcId="{74919153-F0A6-4850-962C-E6B13C831176}" destId="{7CD55004-3683-4C54-99B9-AD3695B5201D}" srcOrd="0" destOrd="0" presId="urn:microsoft.com/office/officeart/2018/2/layout/IconVerticalSolidList"/>
    <dgm:cxn modelId="{AD8079C0-FBCA-46CD-AEA4-6C201488AE7A}" srcId="{9CF9849A-E276-41A1-BD57-33D55598EB47}" destId="{74919153-F0A6-4850-962C-E6B13C831176}" srcOrd="2" destOrd="0" parTransId="{6870A1C7-7AA3-455D-AF96-0EAD0655CB54}" sibTransId="{BDC080DA-0F5A-410A-B40B-BAA61CE860DF}"/>
    <dgm:cxn modelId="{47E6AFE7-736A-4BEF-A764-7F36A682B62C}" srcId="{9CF9849A-E276-41A1-BD57-33D55598EB47}" destId="{CC4DA6AC-CF17-4E36-9A81-7CDE8DA5CD65}" srcOrd="0" destOrd="0" parTransId="{8C48A307-A033-4D33-A340-9EB5FBD57041}" sibTransId="{EB9417B0-2BA1-4F3E-8D93-DEE6CC4E58DD}"/>
    <dgm:cxn modelId="{5CB1F599-388C-4F47-BDA5-C3074527C961}" type="presParOf" srcId="{8AE04F86-75B7-4482-B91D-64F3F6C48917}" destId="{901632C5-4D8F-47D0-9DD4-B06459ACD7D4}" srcOrd="0" destOrd="0" presId="urn:microsoft.com/office/officeart/2018/2/layout/IconVerticalSolidList"/>
    <dgm:cxn modelId="{A7EE18F7-EAEB-4D16-B056-1A8D6396A01C}" type="presParOf" srcId="{901632C5-4D8F-47D0-9DD4-B06459ACD7D4}" destId="{BE3D5195-8AEE-45B7-80B1-4776CFE9048C}" srcOrd="0" destOrd="0" presId="urn:microsoft.com/office/officeart/2018/2/layout/IconVerticalSolidList"/>
    <dgm:cxn modelId="{8251CB15-A3FB-4D3F-9961-50D6868F4F77}" type="presParOf" srcId="{901632C5-4D8F-47D0-9DD4-B06459ACD7D4}" destId="{210B283F-E3EA-4262-B0FC-A3B879E23AD9}" srcOrd="1" destOrd="0" presId="urn:microsoft.com/office/officeart/2018/2/layout/IconVerticalSolidList"/>
    <dgm:cxn modelId="{A81EDE04-8437-4F2D-AEB8-3C691DE29634}" type="presParOf" srcId="{901632C5-4D8F-47D0-9DD4-B06459ACD7D4}" destId="{EBF23645-2024-4371-8EB4-C0978DD03F95}" srcOrd="2" destOrd="0" presId="urn:microsoft.com/office/officeart/2018/2/layout/IconVerticalSolidList"/>
    <dgm:cxn modelId="{73E76885-8754-4842-9222-2C2F0F34F80B}" type="presParOf" srcId="{901632C5-4D8F-47D0-9DD4-B06459ACD7D4}" destId="{8D7E6204-D755-47B8-B41B-143D59CF738B}" srcOrd="3" destOrd="0" presId="urn:microsoft.com/office/officeart/2018/2/layout/IconVerticalSolidList"/>
    <dgm:cxn modelId="{DEC003EC-BBE5-433C-85DF-257F18626B3F}" type="presParOf" srcId="{8AE04F86-75B7-4482-B91D-64F3F6C48917}" destId="{BBDF86EE-8554-4DC8-BBC1-23AFB2751165}" srcOrd="1" destOrd="0" presId="urn:microsoft.com/office/officeart/2018/2/layout/IconVerticalSolidList"/>
    <dgm:cxn modelId="{49903A38-64EE-4641-9D1B-7659BAEB5F19}" type="presParOf" srcId="{8AE04F86-75B7-4482-B91D-64F3F6C48917}" destId="{C22D4A15-4F66-4D88-94C3-AD35929B0173}" srcOrd="2" destOrd="0" presId="urn:microsoft.com/office/officeart/2018/2/layout/IconVerticalSolidList"/>
    <dgm:cxn modelId="{22CE33A5-741B-4F5C-8E99-A6119BEC03EA}" type="presParOf" srcId="{C22D4A15-4F66-4D88-94C3-AD35929B0173}" destId="{AE151EF2-7CE1-49AA-BC67-C2E3F111C717}" srcOrd="0" destOrd="0" presId="urn:microsoft.com/office/officeart/2018/2/layout/IconVerticalSolidList"/>
    <dgm:cxn modelId="{B2EE2B01-E04B-46B2-8337-323B1DFC7F5F}" type="presParOf" srcId="{C22D4A15-4F66-4D88-94C3-AD35929B0173}" destId="{8D391D3E-5ADE-4358-B5BF-650D8A6C603B}" srcOrd="1" destOrd="0" presId="urn:microsoft.com/office/officeart/2018/2/layout/IconVerticalSolidList"/>
    <dgm:cxn modelId="{15226D23-BBCE-4A23-8412-5757E458BC2B}" type="presParOf" srcId="{C22D4A15-4F66-4D88-94C3-AD35929B0173}" destId="{DDBDD4B3-E6C3-4B3B-9329-D7E9756693E9}" srcOrd="2" destOrd="0" presId="urn:microsoft.com/office/officeart/2018/2/layout/IconVerticalSolidList"/>
    <dgm:cxn modelId="{847BA99F-A6F1-4723-AEA8-B7EF86D6C57A}" type="presParOf" srcId="{C22D4A15-4F66-4D88-94C3-AD35929B0173}" destId="{BC1898DB-510F-43AD-ADF8-8BC8549F931D}" srcOrd="3" destOrd="0" presId="urn:microsoft.com/office/officeart/2018/2/layout/IconVerticalSolidList"/>
    <dgm:cxn modelId="{368822B0-F322-431C-ACBC-AF78C9EBC727}" type="presParOf" srcId="{8AE04F86-75B7-4482-B91D-64F3F6C48917}" destId="{49FD0F72-B858-40BB-8B1C-46F6C3A21FAA}" srcOrd="3" destOrd="0" presId="urn:microsoft.com/office/officeart/2018/2/layout/IconVerticalSolidList"/>
    <dgm:cxn modelId="{A072CF71-4EC6-4B3D-81B2-D3EEC6B3AAFA}" type="presParOf" srcId="{8AE04F86-75B7-4482-B91D-64F3F6C48917}" destId="{54E943C5-82BB-44A6-92CF-DF3DE393EB3F}" srcOrd="4" destOrd="0" presId="urn:microsoft.com/office/officeart/2018/2/layout/IconVerticalSolidList"/>
    <dgm:cxn modelId="{DED02215-ACAD-459F-9083-E90A4A3580B4}" type="presParOf" srcId="{54E943C5-82BB-44A6-92CF-DF3DE393EB3F}" destId="{27B261F2-61D2-4970-B7AE-A630C499837D}" srcOrd="0" destOrd="0" presId="urn:microsoft.com/office/officeart/2018/2/layout/IconVerticalSolidList"/>
    <dgm:cxn modelId="{19B7AD30-6CD1-45C4-934A-2A8F3BA29713}" type="presParOf" srcId="{54E943C5-82BB-44A6-92CF-DF3DE393EB3F}" destId="{9074F165-106B-4C9A-9DA3-59A1674F64DE}" srcOrd="1" destOrd="0" presId="urn:microsoft.com/office/officeart/2018/2/layout/IconVerticalSolidList"/>
    <dgm:cxn modelId="{E3035E31-BDB6-462F-A214-0628BE5B2460}" type="presParOf" srcId="{54E943C5-82BB-44A6-92CF-DF3DE393EB3F}" destId="{030C2AE9-3D04-4D1C-9368-36403CCA8F74}" srcOrd="2" destOrd="0" presId="urn:microsoft.com/office/officeart/2018/2/layout/IconVerticalSolidList"/>
    <dgm:cxn modelId="{7572A557-8B04-45D1-8425-B86778BFF874}" type="presParOf" srcId="{54E943C5-82BB-44A6-92CF-DF3DE393EB3F}" destId="{7CD55004-3683-4C54-99B9-AD3695B5201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C337608-E047-4B92-89BA-B91C080D251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F1AA8A9-052A-4928-B419-16CD95625171}">
      <dgm:prSet/>
      <dgm:spPr/>
      <dgm:t>
        <a:bodyPr/>
        <a:lstStyle/>
        <a:p>
          <a:r>
            <a:rPr lang="en-US" b="1" i="0" baseline="0"/>
            <a:t>ASP.NET Core 9 Web API</a:t>
          </a:r>
          <a:r>
            <a:rPr lang="en-US" b="0" i="0" baseline="0"/>
            <a:t>: Tận dụng hiệu suất mới nhất từ Microsoft.</a:t>
          </a:r>
          <a:endParaRPr lang="en-US"/>
        </a:p>
      </dgm:t>
    </dgm:pt>
    <dgm:pt modelId="{0F7F32EC-5C80-4E61-98BF-3A1153C0A9AB}" type="parTrans" cxnId="{6131B699-E2D2-41B7-A773-F5052C4C94CB}">
      <dgm:prSet/>
      <dgm:spPr/>
      <dgm:t>
        <a:bodyPr/>
        <a:lstStyle/>
        <a:p>
          <a:endParaRPr lang="en-US"/>
        </a:p>
      </dgm:t>
    </dgm:pt>
    <dgm:pt modelId="{576E58E8-0206-430A-8F8E-4BAB16226117}" type="sibTrans" cxnId="{6131B699-E2D2-41B7-A773-F5052C4C94CB}">
      <dgm:prSet/>
      <dgm:spPr/>
      <dgm:t>
        <a:bodyPr/>
        <a:lstStyle/>
        <a:p>
          <a:endParaRPr lang="en-US"/>
        </a:p>
      </dgm:t>
    </dgm:pt>
    <dgm:pt modelId="{4FBE294E-276A-4250-843C-D2A79EEE1FFC}">
      <dgm:prSet/>
      <dgm:spPr/>
      <dgm:t>
        <a:bodyPr/>
        <a:lstStyle/>
        <a:p>
          <a:r>
            <a:rPr lang="en-US" b="1" i="0" baseline="0"/>
            <a:t>Entity Framework Core (EF Core)</a:t>
          </a:r>
          <a:r>
            <a:rPr lang="en-US" b="0" i="0" baseline="0"/>
            <a:t>: Sử dụng phương pháp </a:t>
          </a:r>
          <a:r>
            <a:rPr lang="en-US" b="0" i="1" baseline="0"/>
            <a:t>Code-First</a:t>
          </a:r>
          <a:r>
            <a:rPr lang="en-US" b="0" i="0" baseline="0"/>
            <a:t> để quản lý Database Migration.</a:t>
          </a:r>
          <a:endParaRPr lang="en-US"/>
        </a:p>
      </dgm:t>
    </dgm:pt>
    <dgm:pt modelId="{DF497B72-53F3-48C1-BAC8-0E65577200ED}" type="parTrans" cxnId="{C2DBF9B6-C348-480E-AADD-F492AA59B803}">
      <dgm:prSet/>
      <dgm:spPr/>
      <dgm:t>
        <a:bodyPr/>
        <a:lstStyle/>
        <a:p>
          <a:endParaRPr lang="en-US"/>
        </a:p>
      </dgm:t>
    </dgm:pt>
    <dgm:pt modelId="{8E32DAC6-7E72-4E8D-BCC2-CAE165967CFC}" type="sibTrans" cxnId="{C2DBF9B6-C348-480E-AADD-F492AA59B803}">
      <dgm:prSet/>
      <dgm:spPr/>
      <dgm:t>
        <a:bodyPr/>
        <a:lstStyle/>
        <a:p>
          <a:endParaRPr lang="en-US"/>
        </a:p>
      </dgm:t>
    </dgm:pt>
    <dgm:pt modelId="{5EB208EA-1559-4901-927B-DD9C5426BADD}" type="pres">
      <dgm:prSet presAssocID="{0C337608-E047-4B92-89BA-B91C080D2513}" presName="root" presStyleCnt="0">
        <dgm:presLayoutVars>
          <dgm:dir/>
          <dgm:resizeHandles val="exact"/>
        </dgm:presLayoutVars>
      </dgm:prSet>
      <dgm:spPr/>
    </dgm:pt>
    <dgm:pt modelId="{A0129B41-235A-4817-8AA8-CF807FD8471E}" type="pres">
      <dgm:prSet presAssocID="{EF1AA8A9-052A-4928-B419-16CD95625171}" presName="compNode" presStyleCnt="0"/>
      <dgm:spPr/>
    </dgm:pt>
    <dgm:pt modelId="{80B4D0CA-311A-49C7-9E81-647E5B75787D}" type="pres">
      <dgm:prSet presAssocID="{EF1AA8A9-052A-4928-B419-16CD95625171}" presName="bgRect" presStyleLbl="bgShp" presStyleIdx="0" presStyleCnt="2"/>
      <dgm:spPr/>
    </dgm:pt>
    <dgm:pt modelId="{E438EA16-8773-4CDF-8F67-8CB69BCC8DD0}" type="pres">
      <dgm:prSet presAssocID="{EF1AA8A9-052A-4928-B419-16CD9562517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06C1602-5E2F-4039-BE83-E8E9F949B66E}" type="pres">
      <dgm:prSet presAssocID="{EF1AA8A9-052A-4928-B419-16CD95625171}" presName="spaceRect" presStyleCnt="0"/>
      <dgm:spPr/>
    </dgm:pt>
    <dgm:pt modelId="{F997D216-3FF4-4362-B411-8CB079BF7D44}" type="pres">
      <dgm:prSet presAssocID="{EF1AA8A9-052A-4928-B419-16CD95625171}" presName="parTx" presStyleLbl="revTx" presStyleIdx="0" presStyleCnt="2">
        <dgm:presLayoutVars>
          <dgm:chMax val="0"/>
          <dgm:chPref val="0"/>
        </dgm:presLayoutVars>
      </dgm:prSet>
      <dgm:spPr/>
    </dgm:pt>
    <dgm:pt modelId="{EE662FB9-E3DC-492F-A26F-F8084545CFC2}" type="pres">
      <dgm:prSet presAssocID="{576E58E8-0206-430A-8F8E-4BAB16226117}" presName="sibTrans" presStyleCnt="0"/>
      <dgm:spPr/>
    </dgm:pt>
    <dgm:pt modelId="{B2EAC401-805A-4F46-89CB-610FC9D42ACC}" type="pres">
      <dgm:prSet presAssocID="{4FBE294E-276A-4250-843C-D2A79EEE1FFC}" presName="compNode" presStyleCnt="0"/>
      <dgm:spPr/>
    </dgm:pt>
    <dgm:pt modelId="{3DE20ECF-CD10-417E-8125-0909550F09B2}" type="pres">
      <dgm:prSet presAssocID="{4FBE294E-276A-4250-843C-D2A79EEE1FFC}" presName="bgRect" presStyleLbl="bgShp" presStyleIdx="1" presStyleCnt="2"/>
      <dgm:spPr/>
    </dgm:pt>
    <dgm:pt modelId="{B94E5E14-D2C0-4607-8725-A6059D12347F}" type="pres">
      <dgm:prSet presAssocID="{4FBE294E-276A-4250-843C-D2A79EEE1FF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FC631B9-4675-45C0-8650-9197D4AA441F}" type="pres">
      <dgm:prSet presAssocID="{4FBE294E-276A-4250-843C-D2A79EEE1FFC}" presName="spaceRect" presStyleCnt="0"/>
      <dgm:spPr/>
    </dgm:pt>
    <dgm:pt modelId="{7C9B1778-9741-4B94-A643-54B5D5C8F8C6}" type="pres">
      <dgm:prSet presAssocID="{4FBE294E-276A-4250-843C-D2A79EEE1FF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8280392-31FA-4018-949C-C554D149C276}" type="presOf" srcId="{4FBE294E-276A-4250-843C-D2A79EEE1FFC}" destId="{7C9B1778-9741-4B94-A643-54B5D5C8F8C6}" srcOrd="0" destOrd="0" presId="urn:microsoft.com/office/officeart/2018/2/layout/IconVerticalSolidList"/>
    <dgm:cxn modelId="{6131B699-E2D2-41B7-A773-F5052C4C94CB}" srcId="{0C337608-E047-4B92-89BA-B91C080D2513}" destId="{EF1AA8A9-052A-4928-B419-16CD95625171}" srcOrd="0" destOrd="0" parTransId="{0F7F32EC-5C80-4E61-98BF-3A1153C0A9AB}" sibTransId="{576E58E8-0206-430A-8F8E-4BAB16226117}"/>
    <dgm:cxn modelId="{C2DBF9B6-C348-480E-AADD-F492AA59B803}" srcId="{0C337608-E047-4B92-89BA-B91C080D2513}" destId="{4FBE294E-276A-4250-843C-D2A79EEE1FFC}" srcOrd="1" destOrd="0" parTransId="{DF497B72-53F3-48C1-BAC8-0E65577200ED}" sibTransId="{8E32DAC6-7E72-4E8D-BCC2-CAE165967CFC}"/>
    <dgm:cxn modelId="{4BAB80EB-61BC-46C6-84E1-0E003E35AFA2}" type="presOf" srcId="{0C337608-E047-4B92-89BA-B91C080D2513}" destId="{5EB208EA-1559-4901-927B-DD9C5426BADD}" srcOrd="0" destOrd="0" presId="urn:microsoft.com/office/officeart/2018/2/layout/IconVerticalSolidList"/>
    <dgm:cxn modelId="{9CD1FFFC-2051-49A4-833A-828DA163A885}" type="presOf" srcId="{EF1AA8A9-052A-4928-B419-16CD95625171}" destId="{F997D216-3FF4-4362-B411-8CB079BF7D44}" srcOrd="0" destOrd="0" presId="urn:microsoft.com/office/officeart/2018/2/layout/IconVerticalSolidList"/>
    <dgm:cxn modelId="{A9490874-993D-4665-9B39-ABBF3B57A237}" type="presParOf" srcId="{5EB208EA-1559-4901-927B-DD9C5426BADD}" destId="{A0129B41-235A-4817-8AA8-CF807FD8471E}" srcOrd="0" destOrd="0" presId="urn:microsoft.com/office/officeart/2018/2/layout/IconVerticalSolidList"/>
    <dgm:cxn modelId="{40462931-4D23-43CA-B4C6-11AE91CA3FC8}" type="presParOf" srcId="{A0129B41-235A-4817-8AA8-CF807FD8471E}" destId="{80B4D0CA-311A-49C7-9E81-647E5B75787D}" srcOrd="0" destOrd="0" presId="urn:microsoft.com/office/officeart/2018/2/layout/IconVerticalSolidList"/>
    <dgm:cxn modelId="{3C38A116-D87E-42AE-A314-59511CEA9E90}" type="presParOf" srcId="{A0129B41-235A-4817-8AA8-CF807FD8471E}" destId="{E438EA16-8773-4CDF-8F67-8CB69BCC8DD0}" srcOrd="1" destOrd="0" presId="urn:microsoft.com/office/officeart/2018/2/layout/IconVerticalSolidList"/>
    <dgm:cxn modelId="{49D4E6FB-7351-47CA-B243-0FC2A1C7AABE}" type="presParOf" srcId="{A0129B41-235A-4817-8AA8-CF807FD8471E}" destId="{B06C1602-5E2F-4039-BE83-E8E9F949B66E}" srcOrd="2" destOrd="0" presId="urn:microsoft.com/office/officeart/2018/2/layout/IconVerticalSolidList"/>
    <dgm:cxn modelId="{7A352A6D-2AA4-42FC-88E9-35108FDEC67F}" type="presParOf" srcId="{A0129B41-235A-4817-8AA8-CF807FD8471E}" destId="{F997D216-3FF4-4362-B411-8CB079BF7D44}" srcOrd="3" destOrd="0" presId="urn:microsoft.com/office/officeart/2018/2/layout/IconVerticalSolidList"/>
    <dgm:cxn modelId="{0DCD9985-D6F1-448A-B9E2-F74A05D6506A}" type="presParOf" srcId="{5EB208EA-1559-4901-927B-DD9C5426BADD}" destId="{EE662FB9-E3DC-492F-A26F-F8084545CFC2}" srcOrd="1" destOrd="0" presId="urn:microsoft.com/office/officeart/2018/2/layout/IconVerticalSolidList"/>
    <dgm:cxn modelId="{6939C6B8-DBD1-4930-BAC8-BE94DE21BB5C}" type="presParOf" srcId="{5EB208EA-1559-4901-927B-DD9C5426BADD}" destId="{B2EAC401-805A-4F46-89CB-610FC9D42ACC}" srcOrd="2" destOrd="0" presId="urn:microsoft.com/office/officeart/2018/2/layout/IconVerticalSolidList"/>
    <dgm:cxn modelId="{CD209EF4-C44D-4EB5-84B9-55795B47B966}" type="presParOf" srcId="{B2EAC401-805A-4F46-89CB-610FC9D42ACC}" destId="{3DE20ECF-CD10-417E-8125-0909550F09B2}" srcOrd="0" destOrd="0" presId="urn:microsoft.com/office/officeart/2018/2/layout/IconVerticalSolidList"/>
    <dgm:cxn modelId="{51498E04-DA37-46E9-867F-3DA1BD0508A9}" type="presParOf" srcId="{B2EAC401-805A-4F46-89CB-610FC9D42ACC}" destId="{B94E5E14-D2C0-4607-8725-A6059D12347F}" srcOrd="1" destOrd="0" presId="urn:microsoft.com/office/officeart/2018/2/layout/IconVerticalSolidList"/>
    <dgm:cxn modelId="{CA4ED72B-9FB5-469F-9A6A-93E1F0EDBF74}" type="presParOf" srcId="{B2EAC401-805A-4F46-89CB-610FC9D42ACC}" destId="{0FC631B9-4675-45C0-8650-9197D4AA441F}" srcOrd="2" destOrd="0" presId="urn:microsoft.com/office/officeart/2018/2/layout/IconVerticalSolidList"/>
    <dgm:cxn modelId="{56CC24DD-CFAA-42F9-88DE-83381FE6D288}" type="presParOf" srcId="{B2EAC401-805A-4F46-89CB-610FC9D42ACC}" destId="{7C9B1778-9741-4B94-A643-54B5D5C8F8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D47BF6B-BF23-47BC-BB2B-7F67D8CA238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5387C82-B5DE-491D-9C79-D0BB9A391F7D}">
      <dgm:prSet/>
      <dgm:spPr/>
      <dgm:t>
        <a:bodyPr/>
        <a:lstStyle/>
        <a:p>
          <a:r>
            <a:rPr lang="en-US" b="0" i="0" baseline="0"/>
            <a:t>Tách biệt mã nguồn và dữ liệu lưu trữ (InternalStorage/Documents).</a:t>
          </a:r>
          <a:endParaRPr lang="en-US"/>
        </a:p>
      </dgm:t>
    </dgm:pt>
    <dgm:pt modelId="{7D525724-439F-4BAD-B893-0390292A4F5D}" type="parTrans" cxnId="{4F789610-BA03-4BED-9EE5-6BCF8424E64E}">
      <dgm:prSet/>
      <dgm:spPr/>
      <dgm:t>
        <a:bodyPr/>
        <a:lstStyle/>
        <a:p>
          <a:endParaRPr lang="en-US"/>
        </a:p>
      </dgm:t>
    </dgm:pt>
    <dgm:pt modelId="{352AA5E9-9283-4CFB-814B-CBB77C459430}" type="sibTrans" cxnId="{4F789610-BA03-4BED-9EE5-6BCF8424E64E}">
      <dgm:prSet/>
      <dgm:spPr/>
      <dgm:t>
        <a:bodyPr/>
        <a:lstStyle/>
        <a:p>
          <a:endParaRPr lang="en-US"/>
        </a:p>
      </dgm:t>
    </dgm:pt>
    <dgm:pt modelId="{8C0D449A-E565-4277-9D84-6AE3552EF3D8}">
      <dgm:prSet/>
      <dgm:spPr/>
      <dgm:t>
        <a:bodyPr/>
        <a:lstStyle/>
        <a:p>
          <a:r>
            <a:rPr lang="en-US" b="0" i="0" baseline="0"/>
            <a:t>Quản lý cấu hình linh hoạt qua appsettings.json (LocalPath, ConnectionStrings).</a:t>
          </a:r>
          <a:endParaRPr lang="en-US"/>
        </a:p>
      </dgm:t>
    </dgm:pt>
    <dgm:pt modelId="{3F974300-DFD9-4E8E-8325-7081D7B8B6F5}" type="parTrans" cxnId="{62B4BF2D-453C-41AB-9F50-08A90CF0E32E}">
      <dgm:prSet/>
      <dgm:spPr/>
      <dgm:t>
        <a:bodyPr/>
        <a:lstStyle/>
        <a:p>
          <a:endParaRPr lang="en-US"/>
        </a:p>
      </dgm:t>
    </dgm:pt>
    <dgm:pt modelId="{15D2FD3B-151C-466D-B0F0-E2299F012797}" type="sibTrans" cxnId="{62B4BF2D-453C-41AB-9F50-08A90CF0E32E}">
      <dgm:prSet/>
      <dgm:spPr/>
      <dgm:t>
        <a:bodyPr/>
        <a:lstStyle/>
        <a:p>
          <a:endParaRPr lang="en-US"/>
        </a:p>
      </dgm:t>
    </dgm:pt>
    <dgm:pt modelId="{26C43425-D0FC-42A3-82C1-AAB1DED489CC}" type="pres">
      <dgm:prSet presAssocID="{3D47BF6B-BF23-47BC-BB2B-7F67D8CA2387}" presName="root" presStyleCnt="0">
        <dgm:presLayoutVars>
          <dgm:dir/>
          <dgm:resizeHandles val="exact"/>
        </dgm:presLayoutVars>
      </dgm:prSet>
      <dgm:spPr/>
    </dgm:pt>
    <dgm:pt modelId="{8E109EA1-F231-4938-8D53-C8669B2037C9}" type="pres">
      <dgm:prSet presAssocID="{05387C82-B5DE-491D-9C79-D0BB9A391F7D}" presName="compNode" presStyleCnt="0"/>
      <dgm:spPr/>
    </dgm:pt>
    <dgm:pt modelId="{E65EE021-CD40-4990-9FDB-36048AAC6740}" type="pres">
      <dgm:prSet presAssocID="{05387C82-B5DE-491D-9C79-D0BB9A391F7D}" presName="bgRect" presStyleLbl="bgShp" presStyleIdx="0" presStyleCnt="2"/>
      <dgm:spPr/>
    </dgm:pt>
    <dgm:pt modelId="{F16DA9DB-E412-48A9-BA7F-153DAB1D08BA}" type="pres">
      <dgm:prSet presAssocID="{05387C82-B5DE-491D-9C79-D0BB9A391F7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1F53D1E-A255-471F-944C-648FC14A052A}" type="pres">
      <dgm:prSet presAssocID="{05387C82-B5DE-491D-9C79-D0BB9A391F7D}" presName="spaceRect" presStyleCnt="0"/>
      <dgm:spPr/>
    </dgm:pt>
    <dgm:pt modelId="{8BA80099-C136-462E-9C84-BADF7DB8548E}" type="pres">
      <dgm:prSet presAssocID="{05387C82-B5DE-491D-9C79-D0BB9A391F7D}" presName="parTx" presStyleLbl="revTx" presStyleIdx="0" presStyleCnt="2">
        <dgm:presLayoutVars>
          <dgm:chMax val="0"/>
          <dgm:chPref val="0"/>
        </dgm:presLayoutVars>
      </dgm:prSet>
      <dgm:spPr/>
    </dgm:pt>
    <dgm:pt modelId="{844BF4E0-68D6-40C5-AB22-8987C88009CD}" type="pres">
      <dgm:prSet presAssocID="{352AA5E9-9283-4CFB-814B-CBB77C459430}" presName="sibTrans" presStyleCnt="0"/>
      <dgm:spPr/>
    </dgm:pt>
    <dgm:pt modelId="{503923BE-FAAA-4D45-B481-31D86B3580D4}" type="pres">
      <dgm:prSet presAssocID="{8C0D449A-E565-4277-9D84-6AE3552EF3D8}" presName="compNode" presStyleCnt="0"/>
      <dgm:spPr/>
    </dgm:pt>
    <dgm:pt modelId="{53F800E9-328A-45E9-ADC3-AD1985E71274}" type="pres">
      <dgm:prSet presAssocID="{8C0D449A-E565-4277-9D84-6AE3552EF3D8}" presName="bgRect" presStyleLbl="bgShp" presStyleIdx="1" presStyleCnt="2"/>
      <dgm:spPr/>
    </dgm:pt>
    <dgm:pt modelId="{2D490D70-375F-4330-AC7B-4DC9E4F40D10}" type="pres">
      <dgm:prSet presAssocID="{8C0D449A-E565-4277-9D84-6AE3552EF3D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5034394-7DB1-4807-9BDC-9670F0BC2C79}" type="pres">
      <dgm:prSet presAssocID="{8C0D449A-E565-4277-9D84-6AE3552EF3D8}" presName="spaceRect" presStyleCnt="0"/>
      <dgm:spPr/>
    </dgm:pt>
    <dgm:pt modelId="{F85ECABD-98A5-4D28-8283-8FF2E817E10D}" type="pres">
      <dgm:prSet presAssocID="{8C0D449A-E565-4277-9D84-6AE3552EF3D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49EB10F-D0C3-4133-AE8E-9CD858960165}" type="presOf" srcId="{3D47BF6B-BF23-47BC-BB2B-7F67D8CA2387}" destId="{26C43425-D0FC-42A3-82C1-AAB1DED489CC}" srcOrd="0" destOrd="0" presId="urn:microsoft.com/office/officeart/2018/2/layout/IconVerticalSolidList"/>
    <dgm:cxn modelId="{4F789610-BA03-4BED-9EE5-6BCF8424E64E}" srcId="{3D47BF6B-BF23-47BC-BB2B-7F67D8CA2387}" destId="{05387C82-B5DE-491D-9C79-D0BB9A391F7D}" srcOrd="0" destOrd="0" parTransId="{7D525724-439F-4BAD-B893-0390292A4F5D}" sibTransId="{352AA5E9-9283-4CFB-814B-CBB77C459430}"/>
    <dgm:cxn modelId="{66E8441F-CD9A-4902-A4B0-60E8D9FBFAC3}" type="presOf" srcId="{8C0D449A-E565-4277-9D84-6AE3552EF3D8}" destId="{F85ECABD-98A5-4D28-8283-8FF2E817E10D}" srcOrd="0" destOrd="0" presId="urn:microsoft.com/office/officeart/2018/2/layout/IconVerticalSolidList"/>
    <dgm:cxn modelId="{62B4BF2D-453C-41AB-9F50-08A90CF0E32E}" srcId="{3D47BF6B-BF23-47BC-BB2B-7F67D8CA2387}" destId="{8C0D449A-E565-4277-9D84-6AE3552EF3D8}" srcOrd="1" destOrd="0" parTransId="{3F974300-DFD9-4E8E-8325-7081D7B8B6F5}" sibTransId="{15D2FD3B-151C-466D-B0F0-E2299F012797}"/>
    <dgm:cxn modelId="{EAF598D0-F7DA-42B1-B8EF-A50D1589F5F4}" type="presOf" srcId="{05387C82-B5DE-491D-9C79-D0BB9A391F7D}" destId="{8BA80099-C136-462E-9C84-BADF7DB8548E}" srcOrd="0" destOrd="0" presId="urn:microsoft.com/office/officeart/2018/2/layout/IconVerticalSolidList"/>
    <dgm:cxn modelId="{666CFBD7-2369-4FF4-89F6-7D79E57D2979}" type="presParOf" srcId="{26C43425-D0FC-42A3-82C1-AAB1DED489CC}" destId="{8E109EA1-F231-4938-8D53-C8669B2037C9}" srcOrd="0" destOrd="0" presId="urn:microsoft.com/office/officeart/2018/2/layout/IconVerticalSolidList"/>
    <dgm:cxn modelId="{BFF5BE3C-0AFE-47D8-B9EE-25A478356FB8}" type="presParOf" srcId="{8E109EA1-F231-4938-8D53-C8669B2037C9}" destId="{E65EE021-CD40-4990-9FDB-36048AAC6740}" srcOrd="0" destOrd="0" presId="urn:microsoft.com/office/officeart/2018/2/layout/IconVerticalSolidList"/>
    <dgm:cxn modelId="{57CBA365-89F0-4A05-9234-B52FB1CC3165}" type="presParOf" srcId="{8E109EA1-F231-4938-8D53-C8669B2037C9}" destId="{F16DA9DB-E412-48A9-BA7F-153DAB1D08BA}" srcOrd="1" destOrd="0" presId="urn:microsoft.com/office/officeart/2018/2/layout/IconVerticalSolidList"/>
    <dgm:cxn modelId="{3175EF3E-C83E-4131-94BC-CF43CECF6C85}" type="presParOf" srcId="{8E109EA1-F231-4938-8D53-C8669B2037C9}" destId="{D1F53D1E-A255-471F-944C-648FC14A052A}" srcOrd="2" destOrd="0" presId="urn:microsoft.com/office/officeart/2018/2/layout/IconVerticalSolidList"/>
    <dgm:cxn modelId="{1863B969-78A5-4C61-A9C0-38AC349D5D19}" type="presParOf" srcId="{8E109EA1-F231-4938-8D53-C8669B2037C9}" destId="{8BA80099-C136-462E-9C84-BADF7DB8548E}" srcOrd="3" destOrd="0" presId="urn:microsoft.com/office/officeart/2018/2/layout/IconVerticalSolidList"/>
    <dgm:cxn modelId="{784429E1-681C-42AD-9A9E-E2E4C467EFD2}" type="presParOf" srcId="{26C43425-D0FC-42A3-82C1-AAB1DED489CC}" destId="{844BF4E0-68D6-40C5-AB22-8987C88009CD}" srcOrd="1" destOrd="0" presId="urn:microsoft.com/office/officeart/2018/2/layout/IconVerticalSolidList"/>
    <dgm:cxn modelId="{01127929-0B16-49F7-92F0-B8695988DADE}" type="presParOf" srcId="{26C43425-D0FC-42A3-82C1-AAB1DED489CC}" destId="{503923BE-FAAA-4D45-B481-31D86B3580D4}" srcOrd="2" destOrd="0" presId="urn:microsoft.com/office/officeart/2018/2/layout/IconVerticalSolidList"/>
    <dgm:cxn modelId="{4662FC07-CCB8-42BE-8823-AE3AC43E6B43}" type="presParOf" srcId="{503923BE-FAAA-4D45-B481-31D86B3580D4}" destId="{53F800E9-328A-45E9-ADC3-AD1985E71274}" srcOrd="0" destOrd="0" presId="urn:microsoft.com/office/officeart/2018/2/layout/IconVerticalSolidList"/>
    <dgm:cxn modelId="{A3B7073B-6A10-4766-A372-0D40BBD6DB39}" type="presParOf" srcId="{503923BE-FAAA-4D45-B481-31D86B3580D4}" destId="{2D490D70-375F-4330-AC7B-4DC9E4F40D10}" srcOrd="1" destOrd="0" presId="urn:microsoft.com/office/officeart/2018/2/layout/IconVerticalSolidList"/>
    <dgm:cxn modelId="{1F5351BC-E7F3-443F-8E6D-21EB364560CF}" type="presParOf" srcId="{503923BE-FAAA-4D45-B481-31D86B3580D4}" destId="{95034394-7DB1-4807-9BDC-9670F0BC2C79}" srcOrd="2" destOrd="0" presId="urn:microsoft.com/office/officeart/2018/2/layout/IconVerticalSolidList"/>
    <dgm:cxn modelId="{EDE1E664-1FD2-4231-92E8-C5A2A6921AE9}" type="presParOf" srcId="{503923BE-FAAA-4D45-B481-31D86B3580D4}" destId="{F85ECABD-98A5-4D28-8283-8FF2E817E10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8D4EE5D-F9FA-4236-851D-FACE7BC386E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E15F555-1B18-47F5-8CC6-D982AB0257C8}">
      <dgm:prSet/>
      <dgm:spPr/>
      <dgm:t>
        <a:bodyPr/>
        <a:lstStyle/>
        <a:p>
          <a:r>
            <a:rPr lang="en-US" b="0" i="0" baseline="0"/>
            <a:t>Dependency Injection (DI): Tiêm DbContext và Configuration vào Controller để tối ưu tài nguyên.</a:t>
          </a:r>
          <a:endParaRPr lang="en-US"/>
        </a:p>
      </dgm:t>
    </dgm:pt>
    <dgm:pt modelId="{70896720-965E-411F-91C0-C2EFD5147968}" type="parTrans" cxnId="{6A85C0BB-D1D7-4603-834F-9F6482205213}">
      <dgm:prSet/>
      <dgm:spPr/>
      <dgm:t>
        <a:bodyPr/>
        <a:lstStyle/>
        <a:p>
          <a:endParaRPr lang="en-US"/>
        </a:p>
      </dgm:t>
    </dgm:pt>
    <dgm:pt modelId="{B0CD141D-9D81-4D32-A6DF-FC0ED8F6EC80}" type="sibTrans" cxnId="{6A85C0BB-D1D7-4603-834F-9F6482205213}">
      <dgm:prSet/>
      <dgm:spPr/>
      <dgm:t>
        <a:bodyPr/>
        <a:lstStyle/>
        <a:p>
          <a:endParaRPr lang="en-US"/>
        </a:p>
      </dgm:t>
    </dgm:pt>
    <dgm:pt modelId="{28BD8DA2-E28A-4448-BB74-90CD68CECB27}">
      <dgm:prSet/>
      <dgm:spPr/>
      <dgm:t>
        <a:bodyPr/>
        <a:lstStyle/>
        <a:p>
          <a:r>
            <a:rPr lang="en-US" b="0" i="0" baseline="0"/>
            <a:t>Xử lý bất đồng bộ (async/await) để tối ưu khả năng chịu tải của Server khi nhận tệp tin lớn.)</a:t>
          </a:r>
          <a:endParaRPr lang="en-US"/>
        </a:p>
      </dgm:t>
    </dgm:pt>
    <dgm:pt modelId="{54A5DFBC-D720-4E3E-A7A5-654C31E4425A}" type="parTrans" cxnId="{BF4A3408-72E0-4AC9-8294-F0BAF7662A41}">
      <dgm:prSet/>
      <dgm:spPr/>
      <dgm:t>
        <a:bodyPr/>
        <a:lstStyle/>
        <a:p>
          <a:endParaRPr lang="en-US"/>
        </a:p>
      </dgm:t>
    </dgm:pt>
    <dgm:pt modelId="{99351828-A52A-480B-86EC-B489B98C406B}" type="sibTrans" cxnId="{BF4A3408-72E0-4AC9-8294-F0BAF7662A41}">
      <dgm:prSet/>
      <dgm:spPr/>
      <dgm:t>
        <a:bodyPr/>
        <a:lstStyle/>
        <a:p>
          <a:endParaRPr lang="en-US"/>
        </a:p>
      </dgm:t>
    </dgm:pt>
    <dgm:pt modelId="{E87C373E-7A45-4B36-AF3D-50AF12F7426A}" type="pres">
      <dgm:prSet presAssocID="{68D4EE5D-F9FA-4236-851D-FACE7BC386E1}" presName="linear" presStyleCnt="0">
        <dgm:presLayoutVars>
          <dgm:animLvl val="lvl"/>
          <dgm:resizeHandles val="exact"/>
        </dgm:presLayoutVars>
      </dgm:prSet>
      <dgm:spPr/>
    </dgm:pt>
    <dgm:pt modelId="{5A8AA9AB-F2AB-4952-964D-B0C6F93B210E}" type="pres">
      <dgm:prSet presAssocID="{9E15F555-1B18-47F5-8CC6-D982AB0257C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EEA6490-D55B-44FA-A3CC-318BF4C346B2}" type="pres">
      <dgm:prSet presAssocID="{B0CD141D-9D81-4D32-A6DF-FC0ED8F6EC80}" presName="spacer" presStyleCnt="0"/>
      <dgm:spPr/>
    </dgm:pt>
    <dgm:pt modelId="{DFFA83DF-4F3E-4370-87E3-58D03E4C3643}" type="pres">
      <dgm:prSet presAssocID="{28BD8DA2-E28A-4448-BB74-90CD68CECB2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F4A3408-72E0-4AC9-8294-F0BAF7662A41}" srcId="{68D4EE5D-F9FA-4236-851D-FACE7BC386E1}" destId="{28BD8DA2-E28A-4448-BB74-90CD68CECB27}" srcOrd="1" destOrd="0" parTransId="{54A5DFBC-D720-4E3E-A7A5-654C31E4425A}" sibTransId="{99351828-A52A-480B-86EC-B489B98C406B}"/>
    <dgm:cxn modelId="{B34CED16-0BC7-4E13-8C2B-DADE374AF564}" type="presOf" srcId="{28BD8DA2-E28A-4448-BB74-90CD68CECB27}" destId="{DFFA83DF-4F3E-4370-87E3-58D03E4C3643}" srcOrd="0" destOrd="0" presId="urn:microsoft.com/office/officeart/2005/8/layout/vList2"/>
    <dgm:cxn modelId="{9A604176-86EF-4B90-B698-3BEF77EEB725}" type="presOf" srcId="{68D4EE5D-F9FA-4236-851D-FACE7BC386E1}" destId="{E87C373E-7A45-4B36-AF3D-50AF12F7426A}" srcOrd="0" destOrd="0" presId="urn:microsoft.com/office/officeart/2005/8/layout/vList2"/>
    <dgm:cxn modelId="{2CFD76B8-1ABB-47CD-B2AD-8C815AA82735}" type="presOf" srcId="{9E15F555-1B18-47F5-8CC6-D982AB0257C8}" destId="{5A8AA9AB-F2AB-4952-964D-B0C6F93B210E}" srcOrd="0" destOrd="0" presId="urn:microsoft.com/office/officeart/2005/8/layout/vList2"/>
    <dgm:cxn modelId="{6A85C0BB-D1D7-4603-834F-9F6482205213}" srcId="{68D4EE5D-F9FA-4236-851D-FACE7BC386E1}" destId="{9E15F555-1B18-47F5-8CC6-D982AB0257C8}" srcOrd="0" destOrd="0" parTransId="{70896720-965E-411F-91C0-C2EFD5147968}" sibTransId="{B0CD141D-9D81-4D32-A6DF-FC0ED8F6EC80}"/>
    <dgm:cxn modelId="{BDD858C4-3E78-415F-B753-DE57D5041836}" type="presParOf" srcId="{E87C373E-7A45-4B36-AF3D-50AF12F7426A}" destId="{5A8AA9AB-F2AB-4952-964D-B0C6F93B210E}" srcOrd="0" destOrd="0" presId="urn:microsoft.com/office/officeart/2005/8/layout/vList2"/>
    <dgm:cxn modelId="{945DCA13-DB6D-4192-BA31-3D3A33CA7DD6}" type="presParOf" srcId="{E87C373E-7A45-4B36-AF3D-50AF12F7426A}" destId="{7EEA6490-D55B-44FA-A3CC-318BF4C346B2}" srcOrd="1" destOrd="0" presId="urn:microsoft.com/office/officeart/2005/8/layout/vList2"/>
    <dgm:cxn modelId="{254C1D34-ABA7-407D-AB29-3C772BB2A4DA}" type="presParOf" srcId="{E87C373E-7A45-4B36-AF3D-50AF12F7426A}" destId="{DFFA83DF-4F3E-4370-87E3-58D03E4C364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C337608-E047-4B92-89BA-B91C080D251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EF1AA8A9-052A-4928-B419-16CD95625171}">
      <dgm:prSet/>
      <dgm:spPr/>
      <dgm:t>
        <a:bodyPr/>
        <a:lstStyle/>
        <a:p>
          <a:r>
            <a:rPr lang="en-US" b="1"/>
            <a:t>Validation</a:t>
          </a:r>
          <a:r>
            <a:rPr lang="en-US"/>
            <a:t>: Kiểm tra tính hợp lệ và định dạng tệp tin từ Client.</a:t>
          </a:r>
        </a:p>
      </dgm:t>
    </dgm:pt>
    <dgm:pt modelId="{0F7F32EC-5C80-4E61-98BF-3A1153C0A9AB}" type="parTrans" cxnId="{6131B699-E2D2-41B7-A773-F5052C4C94CB}">
      <dgm:prSet/>
      <dgm:spPr/>
      <dgm:t>
        <a:bodyPr/>
        <a:lstStyle/>
        <a:p>
          <a:endParaRPr lang="en-US"/>
        </a:p>
      </dgm:t>
    </dgm:pt>
    <dgm:pt modelId="{576E58E8-0206-430A-8F8E-4BAB16226117}" type="sibTrans" cxnId="{6131B699-E2D2-41B7-A773-F5052C4C94CB}">
      <dgm:prSet/>
      <dgm:spPr/>
      <dgm:t>
        <a:bodyPr/>
        <a:lstStyle/>
        <a:p>
          <a:endParaRPr lang="en-US"/>
        </a:p>
      </dgm:t>
    </dgm:pt>
    <dgm:pt modelId="{D20A7B06-8110-4AD5-AAE8-8102DC6A5A67}">
      <dgm:prSet/>
      <dgm:spPr/>
      <dgm:t>
        <a:bodyPr/>
        <a:lstStyle/>
        <a:p>
          <a:r>
            <a:rPr lang="en-US" b="1"/>
            <a:t>Unique Naming</a:t>
          </a:r>
          <a:r>
            <a:rPr lang="en-US"/>
            <a:t>: Chuyển đổi tên tệp gốc sang </a:t>
          </a:r>
          <a:r>
            <a:rPr lang="en-US" b="1"/>
            <a:t>GUID</a:t>
          </a:r>
          <a:r>
            <a:rPr lang="en-US"/>
            <a:t> (Globally Unique Identifier) để tránh trùng lặp và ngăn chặn tấn công </a:t>
          </a:r>
          <a:r>
            <a:rPr lang="en-US" i="1"/>
            <a:t>Path Traversal</a:t>
          </a:r>
          <a:r>
            <a:rPr lang="en-US"/>
            <a:t>.</a:t>
          </a:r>
        </a:p>
      </dgm:t>
    </dgm:pt>
    <dgm:pt modelId="{F6C43DF5-41F5-4417-91EC-33C1DE7456AD}" type="parTrans" cxnId="{C5E2A629-C9FC-4CA4-BEA2-2F6A1E4A402E}">
      <dgm:prSet/>
      <dgm:spPr/>
      <dgm:t>
        <a:bodyPr/>
        <a:lstStyle/>
        <a:p>
          <a:endParaRPr lang="en-US"/>
        </a:p>
      </dgm:t>
    </dgm:pt>
    <dgm:pt modelId="{FD5B0A17-6F4A-467E-8D12-322F1CB8DB4B}" type="sibTrans" cxnId="{C5E2A629-C9FC-4CA4-BEA2-2F6A1E4A402E}">
      <dgm:prSet/>
      <dgm:spPr/>
      <dgm:t>
        <a:bodyPr/>
        <a:lstStyle/>
        <a:p>
          <a:endParaRPr lang="en-US"/>
        </a:p>
      </dgm:t>
    </dgm:pt>
    <dgm:pt modelId="{498BD41D-4E9F-4E8D-B833-353BC1BB5F11}">
      <dgm:prSet/>
      <dgm:spPr/>
      <dgm:t>
        <a:bodyPr/>
        <a:lstStyle/>
        <a:p>
          <a:r>
            <a:rPr lang="vi-VN" b="1"/>
            <a:t>Physical Storage</a:t>
          </a:r>
          <a:r>
            <a:rPr lang="vi-VN"/>
            <a:t>: Lưu tệp vật lý trực tiếp vào hệ thống lưu trữ nội bộ (Local Storage).</a:t>
          </a:r>
        </a:p>
      </dgm:t>
    </dgm:pt>
    <dgm:pt modelId="{7EC1FAE8-C4A8-4379-A329-F4ED5008C1DF}" type="parTrans" cxnId="{2F18AC6B-C680-478F-AA64-201459721D62}">
      <dgm:prSet/>
      <dgm:spPr/>
      <dgm:t>
        <a:bodyPr/>
        <a:lstStyle/>
        <a:p>
          <a:endParaRPr lang="en-US"/>
        </a:p>
      </dgm:t>
    </dgm:pt>
    <dgm:pt modelId="{29731207-6487-477B-B810-DAF7D4677D46}" type="sibTrans" cxnId="{2F18AC6B-C680-478F-AA64-201459721D62}">
      <dgm:prSet/>
      <dgm:spPr/>
      <dgm:t>
        <a:bodyPr/>
        <a:lstStyle/>
        <a:p>
          <a:endParaRPr lang="en-US"/>
        </a:p>
      </dgm:t>
    </dgm:pt>
    <dgm:pt modelId="{D58B1512-2AA9-4419-A737-5DD47A16402D}">
      <dgm:prSet/>
      <dgm:spPr/>
      <dgm:t>
        <a:bodyPr/>
        <a:lstStyle/>
        <a:p>
          <a:r>
            <a:rPr lang="en-US" b="1"/>
            <a:t>Database Mapping</a:t>
          </a:r>
          <a:r>
            <a:rPr lang="en-US"/>
            <a:t>: Ghi nhận thông tin vào Postgres để đồng bộ hóa trạng thái giữa file và ứng dụng.</a:t>
          </a:r>
        </a:p>
      </dgm:t>
    </dgm:pt>
    <dgm:pt modelId="{8B6A294B-0D4E-48DB-979F-1659E9A07A02}" type="parTrans" cxnId="{04E1295B-C67C-4985-8506-10321165943C}">
      <dgm:prSet/>
      <dgm:spPr/>
      <dgm:t>
        <a:bodyPr/>
        <a:lstStyle/>
        <a:p>
          <a:endParaRPr lang="en-US"/>
        </a:p>
      </dgm:t>
    </dgm:pt>
    <dgm:pt modelId="{CFDC4D21-FB61-441C-A3AB-5FD8FAAAFB30}" type="sibTrans" cxnId="{04E1295B-C67C-4985-8506-10321165943C}">
      <dgm:prSet/>
      <dgm:spPr/>
      <dgm:t>
        <a:bodyPr/>
        <a:lstStyle/>
        <a:p>
          <a:endParaRPr lang="en-US"/>
        </a:p>
      </dgm:t>
    </dgm:pt>
    <dgm:pt modelId="{5EB208EA-1559-4901-927B-DD9C5426BADD}" type="pres">
      <dgm:prSet presAssocID="{0C337608-E047-4B92-89BA-B91C080D2513}" presName="root" presStyleCnt="0">
        <dgm:presLayoutVars>
          <dgm:dir/>
          <dgm:resizeHandles val="exact"/>
        </dgm:presLayoutVars>
      </dgm:prSet>
      <dgm:spPr/>
    </dgm:pt>
    <dgm:pt modelId="{A0129B41-235A-4817-8AA8-CF807FD8471E}" type="pres">
      <dgm:prSet presAssocID="{EF1AA8A9-052A-4928-B419-16CD95625171}" presName="compNode" presStyleCnt="0"/>
      <dgm:spPr/>
    </dgm:pt>
    <dgm:pt modelId="{80B4D0CA-311A-49C7-9E81-647E5B75787D}" type="pres">
      <dgm:prSet presAssocID="{EF1AA8A9-052A-4928-B419-16CD95625171}" presName="bgRect" presStyleLbl="bgShp" presStyleIdx="0" presStyleCnt="4"/>
      <dgm:spPr/>
    </dgm:pt>
    <dgm:pt modelId="{E438EA16-8773-4CDF-8F67-8CB69BCC8DD0}" type="pres">
      <dgm:prSet presAssocID="{EF1AA8A9-052A-4928-B419-16CD9562517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06C1602-5E2F-4039-BE83-E8E9F949B66E}" type="pres">
      <dgm:prSet presAssocID="{EF1AA8A9-052A-4928-B419-16CD95625171}" presName="spaceRect" presStyleCnt="0"/>
      <dgm:spPr/>
    </dgm:pt>
    <dgm:pt modelId="{F997D216-3FF4-4362-B411-8CB079BF7D44}" type="pres">
      <dgm:prSet presAssocID="{EF1AA8A9-052A-4928-B419-16CD95625171}" presName="parTx" presStyleLbl="revTx" presStyleIdx="0" presStyleCnt="4">
        <dgm:presLayoutVars>
          <dgm:chMax val="0"/>
          <dgm:chPref val="0"/>
        </dgm:presLayoutVars>
      </dgm:prSet>
      <dgm:spPr/>
    </dgm:pt>
    <dgm:pt modelId="{EE662FB9-E3DC-492F-A26F-F8084545CFC2}" type="pres">
      <dgm:prSet presAssocID="{576E58E8-0206-430A-8F8E-4BAB16226117}" presName="sibTrans" presStyleCnt="0"/>
      <dgm:spPr/>
    </dgm:pt>
    <dgm:pt modelId="{D04CD876-D38E-4501-9F79-6072541DC10B}" type="pres">
      <dgm:prSet presAssocID="{D20A7B06-8110-4AD5-AAE8-8102DC6A5A67}" presName="compNode" presStyleCnt="0"/>
      <dgm:spPr/>
    </dgm:pt>
    <dgm:pt modelId="{3B71A890-9793-4783-AF13-D3DBB34E2C42}" type="pres">
      <dgm:prSet presAssocID="{D20A7B06-8110-4AD5-AAE8-8102DC6A5A67}" presName="bgRect" presStyleLbl="bgShp" presStyleIdx="1" presStyleCnt="4"/>
      <dgm:spPr/>
    </dgm:pt>
    <dgm:pt modelId="{61314CC6-DCAF-4FA3-BB12-41C79AB9F8BA}" type="pres">
      <dgm:prSet presAssocID="{D20A7B06-8110-4AD5-AAE8-8102DC6A5A6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bacus with solid fill"/>
        </a:ext>
      </dgm:extLst>
    </dgm:pt>
    <dgm:pt modelId="{7A9CAFEB-1D6D-41B2-BFF2-C499C874BBE7}" type="pres">
      <dgm:prSet presAssocID="{D20A7B06-8110-4AD5-AAE8-8102DC6A5A67}" presName="spaceRect" presStyleCnt="0"/>
      <dgm:spPr/>
    </dgm:pt>
    <dgm:pt modelId="{BC92E9B1-62AD-42B1-BEF4-89BD315BA2A8}" type="pres">
      <dgm:prSet presAssocID="{D20A7B06-8110-4AD5-AAE8-8102DC6A5A67}" presName="parTx" presStyleLbl="revTx" presStyleIdx="1" presStyleCnt="4">
        <dgm:presLayoutVars>
          <dgm:chMax val="0"/>
          <dgm:chPref val="0"/>
        </dgm:presLayoutVars>
      </dgm:prSet>
      <dgm:spPr/>
    </dgm:pt>
    <dgm:pt modelId="{7AE205DC-D3D2-4AB6-A624-CE65C96DB7DC}" type="pres">
      <dgm:prSet presAssocID="{FD5B0A17-6F4A-467E-8D12-322F1CB8DB4B}" presName="sibTrans" presStyleCnt="0"/>
      <dgm:spPr/>
    </dgm:pt>
    <dgm:pt modelId="{B101E333-AD49-41C0-A425-2EC854A4FEA3}" type="pres">
      <dgm:prSet presAssocID="{498BD41D-4E9F-4E8D-B833-353BC1BB5F11}" presName="compNode" presStyleCnt="0"/>
      <dgm:spPr/>
    </dgm:pt>
    <dgm:pt modelId="{3CE324B6-5963-4F51-845A-A74424A3A387}" type="pres">
      <dgm:prSet presAssocID="{498BD41D-4E9F-4E8D-B833-353BC1BB5F11}" presName="bgRect" presStyleLbl="bgShp" presStyleIdx="2" presStyleCnt="4"/>
      <dgm:spPr/>
    </dgm:pt>
    <dgm:pt modelId="{A816A115-B354-4583-A513-B958CBFF4BCA}" type="pres">
      <dgm:prSet presAssocID="{498BD41D-4E9F-4E8D-B833-353BC1BB5F1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hesive Bandage with solid fill"/>
        </a:ext>
      </dgm:extLst>
    </dgm:pt>
    <dgm:pt modelId="{FFBB4E44-CD81-47D4-A34E-21A3D5294139}" type="pres">
      <dgm:prSet presAssocID="{498BD41D-4E9F-4E8D-B833-353BC1BB5F11}" presName="spaceRect" presStyleCnt="0"/>
      <dgm:spPr/>
    </dgm:pt>
    <dgm:pt modelId="{AF47F9AE-9A6C-4C4F-BE1C-26759AD4CA96}" type="pres">
      <dgm:prSet presAssocID="{498BD41D-4E9F-4E8D-B833-353BC1BB5F11}" presName="parTx" presStyleLbl="revTx" presStyleIdx="2" presStyleCnt="4">
        <dgm:presLayoutVars>
          <dgm:chMax val="0"/>
          <dgm:chPref val="0"/>
        </dgm:presLayoutVars>
      </dgm:prSet>
      <dgm:spPr/>
    </dgm:pt>
    <dgm:pt modelId="{2DABBD99-2773-48A8-AA51-F1DB85E36EFF}" type="pres">
      <dgm:prSet presAssocID="{29731207-6487-477B-B810-DAF7D4677D46}" presName="sibTrans" presStyleCnt="0"/>
      <dgm:spPr/>
    </dgm:pt>
    <dgm:pt modelId="{41852175-E91A-432E-80DD-E9CED57363C9}" type="pres">
      <dgm:prSet presAssocID="{D58B1512-2AA9-4419-A737-5DD47A16402D}" presName="compNode" presStyleCnt="0"/>
      <dgm:spPr/>
    </dgm:pt>
    <dgm:pt modelId="{3DA7DE86-1C26-4DE3-8C94-54CCCF64D6D1}" type="pres">
      <dgm:prSet presAssocID="{D58B1512-2AA9-4419-A737-5DD47A16402D}" presName="bgRect" presStyleLbl="bgShp" presStyleIdx="3" presStyleCnt="4"/>
      <dgm:spPr/>
    </dgm:pt>
    <dgm:pt modelId="{428F54BE-5DA3-4289-98FD-800A6AA768A3}" type="pres">
      <dgm:prSet presAssocID="{D58B1512-2AA9-4419-A737-5DD47A16402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terations &amp; Tailoring with solid fill"/>
        </a:ext>
      </dgm:extLst>
    </dgm:pt>
    <dgm:pt modelId="{AA400C0A-FA07-4AF1-BA4F-65F3090B414A}" type="pres">
      <dgm:prSet presAssocID="{D58B1512-2AA9-4419-A737-5DD47A16402D}" presName="spaceRect" presStyleCnt="0"/>
      <dgm:spPr/>
    </dgm:pt>
    <dgm:pt modelId="{1FBD8EDB-F52B-4DF3-95CE-46D86F53FA02}" type="pres">
      <dgm:prSet presAssocID="{D58B1512-2AA9-4419-A737-5DD47A16402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B9DCF19-4A4D-44D0-BDD7-21134EDCBC7B}" type="presOf" srcId="{EF1AA8A9-052A-4928-B419-16CD95625171}" destId="{F997D216-3FF4-4362-B411-8CB079BF7D44}" srcOrd="0" destOrd="0" presId="urn:microsoft.com/office/officeart/2018/2/layout/IconVerticalSolidList"/>
    <dgm:cxn modelId="{C5E2A629-C9FC-4CA4-BEA2-2F6A1E4A402E}" srcId="{0C337608-E047-4B92-89BA-B91C080D2513}" destId="{D20A7B06-8110-4AD5-AAE8-8102DC6A5A67}" srcOrd="1" destOrd="0" parTransId="{F6C43DF5-41F5-4417-91EC-33C1DE7456AD}" sibTransId="{FD5B0A17-6F4A-467E-8D12-322F1CB8DB4B}"/>
    <dgm:cxn modelId="{FBC55939-07BC-40C0-A73A-F968224010F1}" type="presOf" srcId="{D58B1512-2AA9-4419-A737-5DD47A16402D}" destId="{1FBD8EDB-F52B-4DF3-95CE-46D86F53FA02}" srcOrd="0" destOrd="0" presId="urn:microsoft.com/office/officeart/2018/2/layout/IconVerticalSolidList"/>
    <dgm:cxn modelId="{04E1295B-C67C-4985-8506-10321165943C}" srcId="{0C337608-E047-4B92-89BA-B91C080D2513}" destId="{D58B1512-2AA9-4419-A737-5DD47A16402D}" srcOrd="3" destOrd="0" parTransId="{8B6A294B-0D4E-48DB-979F-1659E9A07A02}" sibTransId="{CFDC4D21-FB61-441C-A3AB-5FD8FAAAFB30}"/>
    <dgm:cxn modelId="{12C90744-C7CE-48E9-ABBF-A273CB44E911}" type="presOf" srcId="{0C337608-E047-4B92-89BA-B91C080D2513}" destId="{5EB208EA-1559-4901-927B-DD9C5426BADD}" srcOrd="0" destOrd="0" presId="urn:microsoft.com/office/officeart/2018/2/layout/IconVerticalSolidList"/>
    <dgm:cxn modelId="{2F18AC6B-C680-478F-AA64-201459721D62}" srcId="{0C337608-E047-4B92-89BA-B91C080D2513}" destId="{498BD41D-4E9F-4E8D-B833-353BC1BB5F11}" srcOrd="2" destOrd="0" parTransId="{7EC1FAE8-C4A8-4379-A329-F4ED5008C1DF}" sibTransId="{29731207-6487-477B-B810-DAF7D4677D46}"/>
    <dgm:cxn modelId="{6131B699-E2D2-41B7-A773-F5052C4C94CB}" srcId="{0C337608-E047-4B92-89BA-B91C080D2513}" destId="{EF1AA8A9-052A-4928-B419-16CD95625171}" srcOrd="0" destOrd="0" parTransId="{0F7F32EC-5C80-4E61-98BF-3A1153C0A9AB}" sibTransId="{576E58E8-0206-430A-8F8E-4BAB16226117}"/>
    <dgm:cxn modelId="{0204E8A1-1DDD-4B07-99CE-E881B7003F69}" type="presOf" srcId="{498BD41D-4E9F-4E8D-B833-353BC1BB5F11}" destId="{AF47F9AE-9A6C-4C4F-BE1C-26759AD4CA96}" srcOrd="0" destOrd="0" presId="urn:microsoft.com/office/officeart/2018/2/layout/IconVerticalSolidList"/>
    <dgm:cxn modelId="{6D6067A8-79AD-41C2-8EFC-37E6A7C0BCF5}" type="presOf" srcId="{D20A7B06-8110-4AD5-AAE8-8102DC6A5A67}" destId="{BC92E9B1-62AD-42B1-BEF4-89BD315BA2A8}" srcOrd="0" destOrd="0" presId="urn:microsoft.com/office/officeart/2018/2/layout/IconVerticalSolidList"/>
    <dgm:cxn modelId="{7D5A0E0A-9A5B-4769-8B58-BA8C1001558C}" type="presParOf" srcId="{5EB208EA-1559-4901-927B-DD9C5426BADD}" destId="{A0129B41-235A-4817-8AA8-CF807FD8471E}" srcOrd="0" destOrd="0" presId="urn:microsoft.com/office/officeart/2018/2/layout/IconVerticalSolidList"/>
    <dgm:cxn modelId="{240E06ED-0AC8-4EB0-9E97-9A9A75DFC9D0}" type="presParOf" srcId="{A0129B41-235A-4817-8AA8-CF807FD8471E}" destId="{80B4D0CA-311A-49C7-9E81-647E5B75787D}" srcOrd="0" destOrd="0" presId="urn:microsoft.com/office/officeart/2018/2/layout/IconVerticalSolidList"/>
    <dgm:cxn modelId="{E81FDEBA-325F-4C9F-B804-F59A8BB9ECEE}" type="presParOf" srcId="{A0129B41-235A-4817-8AA8-CF807FD8471E}" destId="{E438EA16-8773-4CDF-8F67-8CB69BCC8DD0}" srcOrd="1" destOrd="0" presId="urn:microsoft.com/office/officeart/2018/2/layout/IconVerticalSolidList"/>
    <dgm:cxn modelId="{D418260D-8BE9-4FB5-ADA0-5DB40B44CE4C}" type="presParOf" srcId="{A0129B41-235A-4817-8AA8-CF807FD8471E}" destId="{B06C1602-5E2F-4039-BE83-E8E9F949B66E}" srcOrd="2" destOrd="0" presId="urn:microsoft.com/office/officeart/2018/2/layout/IconVerticalSolidList"/>
    <dgm:cxn modelId="{A31C7E56-C6C0-437F-8A61-5921CFC2460D}" type="presParOf" srcId="{A0129B41-235A-4817-8AA8-CF807FD8471E}" destId="{F997D216-3FF4-4362-B411-8CB079BF7D44}" srcOrd="3" destOrd="0" presId="urn:microsoft.com/office/officeart/2018/2/layout/IconVerticalSolidList"/>
    <dgm:cxn modelId="{7EACD701-B334-4C74-A0A6-4C98D3B2071C}" type="presParOf" srcId="{5EB208EA-1559-4901-927B-DD9C5426BADD}" destId="{EE662FB9-E3DC-492F-A26F-F8084545CFC2}" srcOrd="1" destOrd="0" presId="urn:microsoft.com/office/officeart/2018/2/layout/IconVerticalSolidList"/>
    <dgm:cxn modelId="{E6FBD93A-7389-4623-9924-34E39C789625}" type="presParOf" srcId="{5EB208EA-1559-4901-927B-DD9C5426BADD}" destId="{D04CD876-D38E-4501-9F79-6072541DC10B}" srcOrd="2" destOrd="0" presId="urn:microsoft.com/office/officeart/2018/2/layout/IconVerticalSolidList"/>
    <dgm:cxn modelId="{FB37091E-8A2B-4135-80A2-9402124D5EE3}" type="presParOf" srcId="{D04CD876-D38E-4501-9F79-6072541DC10B}" destId="{3B71A890-9793-4783-AF13-D3DBB34E2C42}" srcOrd="0" destOrd="0" presId="urn:microsoft.com/office/officeart/2018/2/layout/IconVerticalSolidList"/>
    <dgm:cxn modelId="{EFFE515E-BF01-40C4-9EC2-E20DBAF154B4}" type="presParOf" srcId="{D04CD876-D38E-4501-9F79-6072541DC10B}" destId="{61314CC6-DCAF-4FA3-BB12-41C79AB9F8BA}" srcOrd="1" destOrd="0" presId="urn:microsoft.com/office/officeart/2018/2/layout/IconVerticalSolidList"/>
    <dgm:cxn modelId="{CC87E05B-586D-43AD-B7EE-75A360274715}" type="presParOf" srcId="{D04CD876-D38E-4501-9F79-6072541DC10B}" destId="{7A9CAFEB-1D6D-41B2-BFF2-C499C874BBE7}" srcOrd="2" destOrd="0" presId="urn:microsoft.com/office/officeart/2018/2/layout/IconVerticalSolidList"/>
    <dgm:cxn modelId="{08458FF9-6AB4-49B7-9C6B-11D67411D70D}" type="presParOf" srcId="{D04CD876-D38E-4501-9F79-6072541DC10B}" destId="{BC92E9B1-62AD-42B1-BEF4-89BD315BA2A8}" srcOrd="3" destOrd="0" presId="urn:microsoft.com/office/officeart/2018/2/layout/IconVerticalSolidList"/>
    <dgm:cxn modelId="{431535FE-0755-4AEE-81BA-E583BE8BA266}" type="presParOf" srcId="{5EB208EA-1559-4901-927B-DD9C5426BADD}" destId="{7AE205DC-D3D2-4AB6-A624-CE65C96DB7DC}" srcOrd="3" destOrd="0" presId="urn:microsoft.com/office/officeart/2018/2/layout/IconVerticalSolidList"/>
    <dgm:cxn modelId="{C18A3AA6-8435-4586-BF71-39F4C6C99A30}" type="presParOf" srcId="{5EB208EA-1559-4901-927B-DD9C5426BADD}" destId="{B101E333-AD49-41C0-A425-2EC854A4FEA3}" srcOrd="4" destOrd="0" presId="urn:microsoft.com/office/officeart/2018/2/layout/IconVerticalSolidList"/>
    <dgm:cxn modelId="{3C73B2AF-1D8E-4C3E-88DD-7B919B3254AD}" type="presParOf" srcId="{B101E333-AD49-41C0-A425-2EC854A4FEA3}" destId="{3CE324B6-5963-4F51-845A-A74424A3A387}" srcOrd="0" destOrd="0" presId="urn:microsoft.com/office/officeart/2018/2/layout/IconVerticalSolidList"/>
    <dgm:cxn modelId="{4D708D88-3F90-4DBC-980D-1A4748B296EE}" type="presParOf" srcId="{B101E333-AD49-41C0-A425-2EC854A4FEA3}" destId="{A816A115-B354-4583-A513-B958CBFF4BCA}" srcOrd="1" destOrd="0" presId="urn:microsoft.com/office/officeart/2018/2/layout/IconVerticalSolidList"/>
    <dgm:cxn modelId="{BAFDFAFB-E623-4A6B-8ECF-F1B9DFC16CED}" type="presParOf" srcId="{B101E333-AD49-41C0-A425-2EC854A4FEA3}" destId="{FFBB4E44-CD81-47D4-A34E-21A3D5294139}" srcOrd="2" destOrd="0" presId="urn:microsoft.com/office/officeart/2018/2/layout/IconVerticalSolidList"/>
    <dgm:cxn modelId="{41154E4B-168B-4C4A-85BB-83B01AEF79D4}" type="presParOf" srcId="{B101E333-AD49-41C0-A425-2EC854A4FEA3}" destId="{AF47F9AE-9A6C-4C4F-BE1C-26759AD4CA96}" srcOrd="3" destOrd="0" presId="urn:microsoft.com/office/officeart/2018/2/layout/IconVerticalSolidList"/>
    <dgm:cxn modelId="{F53BF783-6867-42D3-A22F-EB8C57F41E33}" type="presParOf" srcId="{5EB208EA-1559-4901-927B-DD9C5426BADD}" destId="{2DABBD99-2773-48A8-AA51-F1DB85E36EFF}" srcOrd="5" destOrd="0" presId="urn:microsoft.com/office/officeart/2018/2/layout/IconVerticalSolidList"/>
    <dgm:cxn modelId="{706C2A48-0751-45FE-B4A8-587902AD8E33}" type="presParOf" srcId="{5EB208EA-1559-4901-927B-DD9C5426BADD}" destId="{41852175-E91A-432E-80DD-E9CED57363C9}" srcOrd="6" destOrd="0" presId="urn:microsoft.com/office/officeart/2018/2/layout/IconVerticalSolidList"/>
    <dgm:cxn modelId="{BDD3FE6B-86BB-4DB0-9A3D-BB246963913D}" type="presParOf" srcId="{41852175-E91A-432E-80DD-E9CED57363C9}" destId="{3DA7DE86-1C26-4DE3-8C94-54CCCF64D6D1}" srcOrd="0" destOrd="0" presId="urn:microsoft.com/office/officeart/2018/2/layout/IconVerticalSolidList"/>
    <dgm:cxn modelId="{54336AC1-8D08-4071-9772-C51144C78450}" type="presParOf" srcId="{41852175-E91A-432E-80DD-E9CED57363C9}" destId="{428F54BE-5DA3-4289-98FD-800A6AA768A3}" srcOrd="1" destOrd="0" presId="urn:microsoft.com/office/officeart/2018/2/layout/IconVerticalSolidList"/>
    <dgm:cxn modelId="{C11CCA20-A4F0-46EE-846F-E21E7B1A3C8B}" type="presParOf" srcId="{41852175-E91A-432E-80DD-E9CED57363C9}" destId="{AA400C0A-FA07-4AF1-BA4F-65F3090B414A}" srcOrd="2" destOrd="0" presId="urn:microsoft.com/office/officeart/2018/2/layout/IconVerticalSolidList"/>
    <dgm:cxn modelId="{D5885D6F-8B3E-4034-929A-04B06F4A1D7B}" type="presParOf" srcId="{41852175-E91A-432E-80DD-E9CED57363C9}" destId="{1FBD8EDB-F52B-4DF3-95CE-46D86F53FA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3237472-AAF8-43E9-B2CB-5305C9AD936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9F879AA-F8D0-4E2A-8C71-54EA483F0CC0}">
      <dgm:prSet/>
      <dgm:spPr/>
      <dgm:t>
        <a:bodyPr/>
        <a:lstStyle/>
        <a:p>
          <a:r>
            <a:rPr lang="en-US" b="0" i="0" baseline="0"/>
            <a:t>Không lưu trữ tệp tin trên dịch vụ bên thứ ba (đảm bảo tính riêng tư cho dữ liệu Compliance).</a:t>
          </a:r>
          <a:endParaRPr lang="en-US"/>
        </a:p>
      </dgm:t>
    </dgm:pt>
    <dgm:pt modelId="{02961466-E350-44F8-9E63-80457756C974}" type="parTrans" cxnId="{435B4286-38AE-4EDD-8898-34CCBB5648D7}">
      <dgm:prSet/>
      <dgm:spPr/>
      <dgm:t>
        <a:bodyPr/>
        <a:lstStyle/>
        <a:p>
          <a:endParaRPr lang="en-US"/>
        </a:p>
      </dgm:t>
    </dgm:pt>
    <dgm:pt modelId="{D2ED1FB3-5FBB-434F-974B-78D357A702E8}" type="sibTrans" cxnId="{435B4286-38AE-4EDD-8898-34CCBB5648D7}">
      <dgm:prSet/>
      <dgm:spPr/>
      <dgm:t>
        <a:bodyPr/>
        <a:lstStyle/>
        <a:p>
          <a:endParaRPr lang="en-US"/>
        </a:p>
      </dgm:t>
    </dgm:pt>
    <dgm:pt modelId="{AD2E564B-701D-4675-BB5C-61E0DD41BD98}">
      <dgm:prSet/>
      <dgm:spPr/>
      <dgm:t>
        <a:bodyPr/>
        <a:lstStyle/>
        <a:p>
          <a:r>
            <a:rPr lang="en-US" b="0" i="0" baseline="0"/>
            <a:t>Kiểm soát chặt chẽ đường dẫn lưu trữ thông qua cấu hình hệ thống.</a:t>
          </a:r>
          <a:endParaRPr lang="en-US"/>
        </a:p>
      </dgm:t>
    </dgm:pt>
    <dgm:pt modelId="{6C79AAA0-E623-4487-9B43-D63A55B29798}" type="parTrans" cxnId="{42F1AF71-6B58-4973-9F44-C41E6F471A6F}">
      <dgm:prSet/>
      <dgm:spPr/>
      <dgm:t>
        <a:bodyPr/>
        <a:lstStyle/>
        <a:p>
          <a:endParaRPr lang="en-US"/>
        </a:p>
      </dgm:t>
    </dgm:pt>
    <dgm:pt modelId="{3E4C999C-DE99-43B4-BE9D-8CECC21E9A76}" type="sibTrans" cxnId="{42F1AF71-6B58-4973-9F44-C41E6F471A6F}">
      <dgm:prSet/>
      <dgm:spPr/>
      <dgm:t>
        <a:bodyPr/>
        <a:lstStyle/>
        <a:p>
          <a:endParaRPr lang="en-US"/>
        </a:p>
      </dgm:t>
    </dgm:pt>
    <dgm:pt modelId="{D0245707-1037-4EFB-B619-46AFCB9633D8}" type="pres">
      <dgm:prSet presAssocID="{53237472-AAF8-43E9-B2CB-5305C9AD936B}" presName="linear" presStyleCnt="0">
        <dgm:presLayoutVars>
          <dgm:animLvl val="lvl"/>
          <dgm:resizeHandles val="exact"/>
        </dgm:presLayoutVars>
      </dgm:prSet>
      <dgm:spPr/>
    </dgm:pt>
    <dgm:pt modelId="{078C5318-1DFC-43DE-8E35-739AD8FEE6B3}" type="pres">
      <dgm:prSet presAssocID="{F9F879AA-F8D0-4E2A-8C71-54EA483F0CC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89F4377-29B1-4B27-825E-931F2EAECBC5}" type="pres">
      <dgm:prSet presAssocID="{D2ED1FB3-5FBB-434F-974B-78D357A702E8}" presName="spacer" presStyleCnt="0"/>
      <dgm:spPr/>
    </dgm:pt>
    <dgm:pt modelId="{46C8AF7B-474B-4F24-BAB8-69E41B4F9115}" type="pres">
      <dgm:prSet presAssocID="{AD2E564B-701D-4675-BB5C-61E0DD41BD9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E2EFF64-FEDE-4F1F-9857-F7FB05222EBA}" type="presOf" srcId="{F9F879AA-F8D0-4E2A-8C71-54EA483F0CC0}" destId="{078C5318-1DFC-43DE-8E35-739AD8FEE6B3}" srcOrd="0" destOrd="0" presId="urn:microsoft.com/office/officeart/2005/8/layout/vList2"/>
    <dgm:cxn modelId="{42F1AF71-6B58-4973-9F44-C41E6F471A6F}" srcId="{53237472-AAF8-43E9-B2CB-5305C9AD936B}" destId="{AD2E564B-701D-4675-BB5C-61E0DD41BD98}" srcOrd="1" destOrd="0" parTransId="{6C79AAA0-E623-4487-9B43-D63A55B29798}" sibTransId="{3E4C999C-DE99-43B4-BE9D-8CECC21E9A76}"/>
    <dgm:cxn modelId="{435B4286-38AE-4EDD-8898-34CCBB5648D7}" srcId="{53237472-AAF8-43E9-B2CB-5305C9AD936B}" destId="{F9F879AA-F8D0-4E2A-8C71-54EA483F0CC0}" srcOrd="0" destOrd="0" parTransId="{02961466-E350-44F8-9E63-80457756C974}" sibTransId="{D2ED1FB3-5FBB-434F-974B-78D357A702E8}"/>
    <dgm:cxn modelId="{1B605D8E-7D72-4FEA-8D42-1099020158FE}" type="presOf" srcId="{53237472-AAF8-43E9-B2CB-5305C9AD936B}" destId="{D0245707-1037-4EFB-B619-46AFCB9633D8}" srcOrd="0" destOrd="0" presId="urn:microsoft.com/office/officeart/2005/8/layout/vList2"/>
    <dgm:cxn modelId="{670207A7-2695-4582-BFEE-FDC8E4F6FE2B}" type="presOf" srcId="{AD2E564B-701D-4675-BB5C-61E0DD41BD98}" destId="{46C8AF7B-474B-4F24-BAB8-69E41B4F9115}" srcOrd="0" destOrd="0" presId="urn:microsoft.com/office/officeart/2005/8/layout/vList2"/>
    <dgm:cxn modelId="{E608319D-063E-405E-8D5D-39594F0BBD66}" type="presParOf" srcId="{D0245707-1037-4EFB-B619-46AFCB9633D8}" destId="{078C5318-1DFC-43DE-8E35-739AD8FEE6B3}" srcOrd="0" destOrd="0" presId="urn:microsoft.com/office/officeart/2005/8/layout/vList2"/>
    <dgm:cxn modelId="{058C2FC3-5ACF-483B-9182-C921031227FC}" type="presParOf" srcId="{D0245707-1037-4EFB-B619-46AFCB9633D8}" destId="{489F4377-29B1-4B27-825E-931F2EAECBC5}" srcOrd="1" destOrd="0" presId="urn:microsoft.com/office/officeart/2005/8/layout/vList2"/>
    <dgm:cxn modelId="{A2B384AB-FD2D-41E6-8223-1BECF165C741}" type="presParOf" srcId="{D0245707-1037-4EFB-B619-46AFCB9633D8}" destId="{46C8AF7B-474B-4F24-BAB8-69E41B4F911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39DFFF7-8715-49FD-9492-80C8F60F10BA}" type="doc">
      <dgm:prSet loTypeId="urn:microsoft.com/office/officeart/2005/8/layout/hierarchy1" loCatId="hierarchy" qsTypeId="urn:microsoft.com/office/officeart/2005/8/quickstyle/simple4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A6D7CBAF-4882-4541-ADE7-2E08E4478B21}">
      <dgm:prSet/>
      <dgm:spPr/>
      <dgm:t>
        <a:bodyPr/>
        <a:lstStyle/>
        <a:p>
          <a:r>
            <a:rPr lang="en-US" b="0" i="1" baseline="0"/>
            <a:t>Vấn đề:</a:t>
          </a:r>
          <a:r>
            <a:rPr lang="en-US" b="0" i="0" baseline="0"/>
            <a:t> Lỗi khi lưu Document mà chưa có thông tin User.</a:t>
          </a:r>
          <a:endParaRPr lang="en-US"/>
        </a:p>
      </dgm:t>
    </dgm:pt>
    <dgm:pt modelId="{1B8B4554-F7EA-40D0-823B-C88CD2F50150}" type="parTrans" cxnId="{C1E3A616-FF31-441F-A5A6-9A32A3CD4D5C}">
      <dgm:prSet/>
      <dgm:spPr/>
      <dgm:t>
        <a:bodyPr/>
        <a:lstStyle/>
        <a:p>
          <a:endParaRPr lang="en-US"/>
        </a:p>
      </dgm:t>
    </dgm:pt>
    <dgm:pt modelId="{742F65EF-A4C4-4799-B829-47A31691A8DF}" type="sibTrans" cxnId="{C1E3A616-FF31-441F-A5A6-9A32A3CD4D5C}">
      <dgm:prSet/>
      <dgm:spPr/>
      <dgm:t>
        <a:bodyPr/>
        <a:lstStyle/>
        <a:p>
          <a:endParaRPr lang="en-US"/>
        </a:p>
      </dgm:t>
    </dgm:pt>
    <dgm:pt modelId="{6A057C2F-4F56-4913-951A-EDB73A9F6E6C}">
      <dgm:prSet/>
      <dgm:spPr/>
      <dgm:t>
        <a:bodyPr/>
        <a:lstStyle/>
        <a:p>
          <a:r>
            <a:rPr lang="en-US" b="0" i="1" baseline="0"/>
            <a:t>Giải pháp:</a:t>
          </a:r>
          <a:r>
            <a:rPr lang="en-US" b="0" i="0" baseline="0"/>
            <a:t> Triển khai </a:t>
          </a:r>
          <a:r>
            <a:rPr lang="en-US" b="1" i="0" baseline="0"/>
            <a:t>Seed Data</a:t>
          </a:r>
          <a:r>
            <a:rPr lang="en-US" b="0" i="0" baseline="0"/>
            <a:t> (User mặc định) để đảm bảo tính toàn vẹn dữ liệu trong giai đoạn phát triển module.</a:t>
          </a:r>
          <a:endParaRPr lang="en-US"/>
        </a:p>
      </dgm:t>
    </dgm:pt>
    <dgm:pt modelId="{F7F71DBE-A5CF-4609-86E6-A8D68FEF9168}" type="parTrans" cxnId="{CC331CC8-C418-431D-9715-40C612F1A000}">
      <dgm:prSet/>
      <dgm:spPr/>
      <dgm:t>
        <a:bodyPr/>
        <a:lstStyle/>
        <a:p>
          <a:endParaRPr lang="en-US"/>
        </a:p>
      </dgm:t>
    </dgm:pt>
    <dgm:pt modelId="{7E9423F1-AC80-47BC-BDE0-C20BEDA3A4D0}" type="sibTrans" cxnId="{CC331CC8-C418-431D-9715-40C612F1A000}">
      <dgm:prSet/>
      <dgm:spPr/>
      <dgm:t>
        <a:bodyPr/>
        <a:lstStyle/>
        <a:p>
          <a:endParaRPr lang="en-US"/>
        </a:p>
      </dgm:t>
    </dgm:pt>
    <dgm:pt modelId="{D6535AE5-8B8C-483F-A846-70F7EEA5F5CE}" type="pres">
      <dgm:prSet presAssocID="{A39DFFF7-8715-49FD-9492-80C8F60F10B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BFDE252-7C00-4B9E-B850-9067342771EA}" type="pres">
      <dgm:prSet presAssocID="{A6D7CBAF-4882-4541-ADE7-2E08E4478B21}" presName="hierRoot1" presStyleCnt="0"/>
      <dgm:spPr/>
    </dgm:pt>
    <dgm:pt modelId="{EE770B3F-FDEC-4E61-9AEE-2CF2D89C1721}" type="pres">
      <dgm:prSet presAssocID="{A6D7CBAF-4882-4541-ADE7-2E08E4478B21}" presName="composite" presStyleCnt="0"/>
      <dgm:spPr/>
    </dgm:pt>
    <dgm:pt modelId="{97D2ED2F-DEBE-4EC7-B08B-0CD566663171}" type="pres">
      <dgm:prSet presAssocID="{A6D7CBAF-4882-4541-ADE7-2E08E4478B21}" presName="background" presStyleLbl="node0" presStyleIdx="0" presStyleCnt="2"/>
      <dgm:spPr/>
    </dgm:pt>
    <dgm:pt modelId="{3F67B82B-BF98-4421-A5CF-B4CEB36A0C28}" type="pres">
      <dgm:prSet presAssocID="{A6D7CBAF-4882-4541-ADE7-2E08E4478B21}" presName="text" presStyleLbl="fgAcc0" presStyleIdx="0" presStyleCnt="2">
        <dgm:presLayoutVars>
          <dgm:chPref val="3"/>
        </dgm:presLayoutVars>
      </dgm:prSet>
      <dgm:spPr/>
    </dgm:pt>
    <dgm:pt modelId="{F7974ADB-B66D-45AC-B8E7-218FE2046F59}" type="pres">
      <dgm:prSet presAssocID="{A6D7CBAF-4882-4541-ADE7-2E08E4478B21}" presName="hierChild2" presStyleCnt="0"/>
      <dgm:spPr/>
    </dgm:pt>
    <dgm:pt modelId="{3826DD2C-A0A9-45C1-9146-4BD09BD7554A}" type="pres">
      <dgm:prSet presAssocID="{6A057C2F-4F56-4913-951A-EDB73A9F6E6C}" presName="hierRoot1" presStyleCnt="0"/>
      <dgm:spPr/>
    </dgm:pt>
    <dgm:pt modelId="{440E9312-5CA9-42E6-9E58-33571B45EB53}" type="pres">
      <dgm:prSet presAssocID="{6A057C2F-4F56-4913-951A-EDB73A9F6E6C}" presName="composite" presStyleCnt="0"/>
      <dgm:spPr/>
    </dgm:pt>
    <dgm:pt modelId="{60E0B147-0CFA-4534-8889-D12DB0AA6746}" type="pres">
      <dgm:prSet presAssocID="{6A057C2F-4F56-4913-951A-EDB73A9F6E6C}" presName="background" presStyleLbl="node0" presStyleIdx="1" presStyleCnt="2"/>
      <dgm:spPr/>
    </dgm:pt>
    <dgm:pt modelId="{BBEB17AB-7E46-401F-9E38-E038C306453F}" type="pres">
      <dgm:prSet presAssocID="{6A057C2F-4F56-4913-951A-EDB73A9F6E6C}" presName="text" presStyleLbl="fgAcc0" presStyleIdx="1" presStyleCnt="2">
        <dgm:presLayoutVars>
          <dgm:chPref val="3"/>
        </dgm:presLayoutVars>
      </dgm:prSet>
      <dgm:spPr/>
    </dgm:pt>
    <dgm:pt modelId="{71496B0D-006C-4DA2-BE9B-63782B3B3D2D}" type="pres">
      <dgm:prSet presAssocID="{6A057C2F-4F56-4913-951A-EDB73A9F6E6C}" presName="hierChild2" presStyleCnt="0"/>
      <dgm:spPr/>
    </dgm:pt>
  </dgm:ptLst>
  <dgm:cxnLst>
    <dgm:cxn modelId="{C1E3A616-FF31-441F-A5A6-9A32A3CD4D5C}" srcId="{A39DFFF7-8715-49FD-9492-80C8F60F10BA}" destId="{A6D7CBAF-4882-4541-ADE7-2E08E4478B21}" srcOrd="0" destOrd="0" parTransId="{1B8B4554-F7EA-40D0-823B-C88CD2F50150}" sibTransId="{742F65EF-A4C4-4799-B829-47A31691A8DF}"/>
    <dgm:cxn modelId="{7B787491-4C43-4D13-B6DB-8286B88B25D4}" type="presOf" srcId="{A39DFFF7-8715-49FD-9492-80C8F60F10BA}" destId="{D6535AE5-8B8C-483F-A846-70F7EEA5F5CE}" srcOrd="0" destOrd="0" presId="urn:microsoft.com/office/officeart/2005/8/layout/hierarchy1"/>
    <dgm:cxn modelId="{A89EC6A8-AB26-4144-977C-4AF7468B1773}" type="presOf" srcId="{A6D7CBAF-4882-4541-ADE7-2E08E4478B21}" destId="{3F67B82B-BF98-4421-A5CF-B4CEB36A0C28}" srcOrd="0" destOrd="0" presId="urn:microsoft.com/office/officeart/2005/8/layout/hierarchy1"/>
    <dgm:cxn modelId="{CC331CC8-C418-431D-9715-40C612F1A000}" srcId="{A39DFFF7-8715-49FD-9492-80C8F60F10BA}" destId="{6A057C2F-4F56-4913-951A-EDB73A9F6E6C}" srcOrd="1" destOrd="0" parTransId="{F7F71DBE-A5CF-4609-86E6-A8D68FEF9168}" sibTransId="{7E9423F1-AC80-47BC-BDE0-C20BEDA3A4D0}"/>
    <dgm:cxn modelId="{641EA8E0-3D6B-4D04-8953-06456C15CF10}" type="presOf" srcId="{6A057C2F-4F56-4913-951A-EDB73A9F6E6C}" destId="{BBEB17AB-7E46-401F-9E38-E038C306453F}" srcOrd="0" destOrd="0" presId="urn:microsoft.com/office/officeart/2005/8/layout/hierarchy1"/>
    <dgm:cxn modelId="{AECEE8CF-D0A8-4FC2-A41C-7A7F55B242EF}" type="presParOf" srcId="{D6535AE5-8B8C-483F-A846-70F7EEA5F5CE}" destId="{9BFDE252-7C00-4B9E-B850-9067342771EA}" srcOrd="0" destOrd="0" presId="urn:microsoft.com/office/officeart/2005/8/layout/hierarchy1"/>
    <dgm:cxn modelId="{466E5CCB-D0B3-4EBD-9100-2CA309DCF282}" type="presParOf" srcId="{9BFDE252-7C00-4B9E-B850-9067342771EA}" destId="{EE770B3F-FDEC-4E61-9AEE-2CF2D89C1721}" srcOrd="0" destOrd="0" presId="urn:microsoft.com/office/officeart/2005/8/layout/hierarchy1"/>
    <dgm:cxn modelId="{6833DFEC-172E-4B13-9A12-3B634C1AB380}" type="presParOf" srcId="{EE770B3F-FDEC-4E61-9AEE-2CF2D89C1721}" destId="{97D2ED2F-DEBE-4EC7-B08B-0CD566663171}" srcOrd="0" destOrd="0" presId="urn:microsoft.com/office/officeart/2005/8/layout/hierarchy1"/>
    <dgm:cxn modelId="{EA6A46C9-9F97-42F2-B6FB-903A1C50B304}" type="presParOf" srcId="{EE770B3F-FDEC-4E61-9AEE-2CF2D89C1721}" destId="{3F67B82B-BF98-4421-A5CF-B4CEB36A0C28}" srcOrd="1" destOrd="0" presId="urn:microsoft.com/office/officeart/2005/8/layout/hierarchy1"/>
    <dgm:cxn modelId="{77F76BBC-C7E5-4833-AEAD-CF6EC9AB385E}" type="presParOf" srcId="{9BFDE252-7C00-4B9E-B850-9067342771EA}" destId="{F7974ADB-B66D-45AC-B8E7-218FE2046F59}" srcOrd="1" destOrd="0" presId="urn:microsoft.com/office/officeart/2005/8/layout/hierarchy1"/>
    <dgm:cxn modelId="{B06ACD76-A4D0-4603-BE08-FC744AEEB8C9}" type="presParOf" srcId="{D6535AE5-8B8C-483F-A846-70F7EEA5F5CE}" destId="{3826DD2C-A0A9-45C1-9146-4BD09BD7554A}" srcOrd="1" destOrd="0" presId="urn:microsoft.com/office/officeart/2005/8/layout/hierarchy1"/>
    <dgm:cxn modelId="{C3897195-14CA-4B98-8414-0AE0217D970D}" type="presParOf" srcId="{3826DD2C-A0A9-45C1-9146-4BD09BD7554A}" destId="{440E9312-5CA9-42E6-9E58-33571B45EB53}" srcOrd="0" destOrd="0" presId="urn:microsoft.com/office/officeart/2005/8/layout/hierarchy1"/>
    <dgm:cxn modelId="{C4BA5205-C603-42C1-998C-15928D7A851E}" type="presParOf" srcId="{440E9312-5CA9-42E6-9E58-33571B45EB53}" destId="{60E0B147-0CFA-4534-8889-D12DB0AA6746}" srcOrd="0" destOrd="0" presId="urn:microsoft.com/office/officeart/2005/8/layout/hierarchy1"/>
    <dgm:cxn modelId="{51566A25-549A-4819-93E2-1D4FD537865D}" type="presParOf" srcId="{440E9312-5CA9-42E6-9E58-33571B45EB53}" destId="{BBEB17AB-7E46-401F-9E38-E038C306453F}" srcOrd="1" destOrd="0" presId="urn:microsoft.com/office/officeart/2005/8/layout/hierarchy1"/>
    <dgm:cxn modelId="{16F39465-86EC-4B35-84C3-B5C6ED39CAF4}" type="presParOf" srcId="{3826DD2C-A0A9-45C1-9146-4BD09BD7554A}" destId="{71496B0D-006C-4DA2-BE9B-63782B3B3D2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7392BE6-AC65-4EC0-BD17-79326A391F7A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252B21C-4864-4CAD-9109-FB9C37F4FFA5}">
      <dgm:prSet/>
      <dgm:spPr/>
      <dgm:t>
        <a:bodyPr/>
        <a:lstStyle/>
        <a:p>
          <a:r>
            <a:rPr lang="en-US" b="0" i="1" baseline="0" dirty="0" err="1"/>
            <a:t>Vấn</a:t>
          </a:r>
          <a:r>
            <a:rPr lang="en-US" b="0" i="1" baseline="0" dirty="0"/>
            <a:t> </a:t>
          </a:r>
          <a:r>
            <a:rPr lang="en-US" b="0" i="1" baseline="0" dirty="0" err="1"/>
            <a:t>đề</a:t>
          </a:r>
          <a:r>
            <a:rPr lang="en-US" b="0" i="1" baseline="0" dirty="0"/>
            <a:t>:</a:t>
          </a:r>
          <a:r>
            <a:rPr lang="en-US" b="0" i="0" baseline="0" dirty="0"/>
            <a:t> </a:t>
          </a:r>
          <a:r>
            <a:rPr lang="en-US" b="0" i="0" baseline="0" dirty="0" err="1"/>
            <a:t>Sự</a:t>
          </a:r>
          <a:r>
            <a:rPr lang="en-US" b="0" i="0" baseline="0" dirty="0"/>
            <a:t> </a:t>
          </a:r>
          <a:r>
            <a:rPr lang="en-US" b="0" i="0" baseline="0" dirty="0" err="1"/>
            <a:t>khác</a:t>
          </a:r>
          <a:r>
            <a:rPr lang="en-US" b="0" i="0" baseline="0" dirty="0"/>
            <a:t> </a:t>
          </a:r>
          <a:r>
            <a:rPr lang="en-US" b="0" i="0" baseline="0" dirty="0" err="1"/>
            <a:t>biệt</a:t>
          </a:r>
          <a:r>
            <a:rPr lang="en-US" b="0" i="0" baseline="0" dirty="0"/>
            <a:t> </a:t>
          </a:r>
          <a:r>
            <a:rPr lang="en-US" b="0" i="0" baseline="0" dirty="0" err="1"/>
            <a:t>giữa</a:t>
          </a:r>
          <a:r>
            <a:rPr lang="en-US" b="0" i="0" baseline="0" dirty="0"/>
            <a:t> </a:t>
          </a:r>
          <a:r>
            <a:rPr lang="en-US" b="0" i="0" baseline="0" dirty="0" err="1"/>
            <a:t>đặt</a:t>
          </a:r>
          <a:r>
            <a:rPr lang="en-US" b="0" i="0" baseline="0" dirty="0"/>
            <a:t> </a:t>
          </a:r>
          <a:r>
            <a:rPr lang="en-US" b="0" i="0" baseline="0" dirty="0" err="1"/>
            <a:t>tên</a:t>
          </a:r>
          <a:r>
            <a:rPr lang="en-US" b="0" i="0" baseline="0" dirty="0"/>
            <a:t> </a:t>
          </a:r>
          <a:r>
            <a:rPr lang="en-US" b="0" i="0" baseline="0" dirty="0" err="1"/>
            <a:t>trong</a:t>
          </a:r>
          <a:r>
            <a:rPr lang="en-US" b="0" i="0" baseline="0" dirty="0"/>
            <a:t> C# (</a:t>
          </a:r>
          <a:r>
            <a:rPr lang="en-US" b="0" i="0" baseline="0" dirty="0" err="1"/>
            <a:t>PascalCase</a:t>
          </a:r>
          <a:r>
            <a:rPr lang="en-US" b="0" i="0" baseline="0" dirty="0"/>
            <a:t>) </a:t>
          </a:r>
          <a:r>
            <a:rPr lang="en-US" b="0" i="0" baseline="0" dirty="0" err="1"/>
            <a:t>và</a:t>
          </a:r>
          <a:r>
            <a:rPr lang="en-US" b="0" i="0" baseline="0" dirty="0"/>
            <a:t> PostgreSQL (</a:t>
          </a:r>
          <a:r>
            <a:rPr lang="en-US" b="0" i="0" baseline="0" dirty="0" err="1"/>
            <a:t>Snake_case</a:t>
          </a:r>
          <a:r>
            <a:rPr lang="en-US" b="0" i="0" baseline="0" dirty="0"/>
            <a:t>/</a:t>
          </a:r>
          <a:r>
            <a:rPr lang="en-US" b="0" i="0" baseline="0" dirty="0" err="1"/>
            <a:t>Lower_case</a:t>
          </a:r>
          <a:r>
            <a:rPr lang="en-US" b="0" i="0" baseline="0" dirty="0"/>
            <a:t>).</a:t>
          </a:r>
          <a:endParaRPr lang="en-US" dirty="0"/>
        </a:p>
      </dgm:t>
    </dgm:pt>
    <dgm:pt modelId="{125C517B-FC2B-4875-930D-911FA7961886}" type="parTrans" cxnId="{E37E021E-6D08-4F2D-BD6C-524939C50B0D}">
      <dgm:prSet/>
      <dgm:spPr/>
      <dgm:t>
        <a:bodyPr/>
        <a:lstStyle/>
        <a:p>
          <a:endParaRPr lang="en-US"/>
        </a:p>
      </dgm:t>
    </dgm:pt>
    <dgm:pt modelId="{15DC09DA-E798-4A44-BC4E-65DF481B50CD}" type="sibTrans" cxnId="{E37E021E-6D08-4F2D-BD6C-524939C50B0D}">
      <dgm:prSet/>
      <dgm:spPr/>
      <dgm:t>
        <a:bodyPr/>
        <a:lstStyle/>
        <a:p>
          <a:endParaRPr lang="en-US"/>
        </a:p>
      </dgm:t>
    </dgm:pt>
    <dgm:pt modelId="{EEF6560A-4D95-4E36-BF7C-AF28BF2735B1}">
      <dgm:prSet/>
      <dgm:spPr/>
      <dgm:t>
        <a:bodyPr/>
        <a:lstStyle/>
        <a:p>
          <a:r>
            <a:rPr lang="en-US" b="0" i="1" baseline="0" dirty="0" err="1"/>
            <a:t>Giải</a:t>
          </a:r>
          <a:r>
            <a:rPr lang="en-US" b="0" i="1" baseline="0" dirty="0"/>
            <a:t> </a:t>
          </a:r>
          <a:r>
            <a:rPr lang="en-US" b="0" i="1" baseline="0" dirty="0" err="1"/>
            <a:t>pháp</a:t>
          </a:r>
          <a:r>
            <a:rPr lang="en-US" b="0" i="1" baseline="0" dirty="0"/>
            <a:t>:</a:t>
          </a:r>
          <a:r>
            <a:rPr lang="en-US" b="0" i="0" baseline="0" dirty="0"/>
            <a:t> </a:t>
          </a:r>
          <a:r>
            <a:rPr lang="en-US" b="0" i="0" baseline="0" dirty="0" err="1"/>
            <a:t>Sử</a:t>
          </a:r>
          <a:r>
            <a:rPr lang="en-US" b="0" i="0" baseline="0" dirty="0"/>
            <a:t> </a:t>
          </a:r>
          <a:r>
            <a:rPr lang="en-US" b="0" i="0" baseline="0" dirty="0" err="1"/>
            <a:t>dụng</a:t>
          </a:r>
          <a:r>
            <a:rPr lang="en-US" b="0" i="0" baseline="0" dirty="0"/>
            <a:t> </a:t>
          </a:r>
          <a:r>
            <a:rPr lang="en-US" b="0" i="0" baseline="0" dirty="0" err="1"/>
            <a:t>information_schema</a:t>
          </a:r>
          <a:r>
            <a:rPr lang="en-US" b="0" i="0" baseline="0" dirty="0"/>
            <a:t> </a:t>
          </a:r>
          <a:r>
            <a:rPr lang="en-US" b="0" i="0" baseline="0" dirty="0" err="1"/>
            <a:t>để</a:t>
          </a:r>
          <a:r>
            <a:rPr lang="en-US" b="0" i="0" baseline="0" dirty="0"/>
            <a:t> </a:t>
          </a:r>
          <a:r>
            <a:rPr lang="en-US" b="0" i="0" baseline="0" dirty="0" err="1"/>
            <a:t>kiểm</a:t>
          </a:r>
          <a:r>
            <a:rPr lang="en-US" b="0" i="0" baseline="0" dirty="0"/>
            <a:t> </a:t>
          </a:r>
          <a:r>
            <a:rPr lang="en-US" b="0" i="0" baseline="0" dirty="0" err="1"/>
            <a:t>tra</a:t>
          </a:r>
          <a:r>
            <a:rPr lang="en-US" b="0" i="0" baseline="0" dirty="0"/>
            <a:t> </a:t>
          </a:r>
          <a:r>
            <a:rPr lang="en-US" b="0" i="0" baseline="0" dirty="0" err="1"/>
            <a:t>cấu</a:t>
          </a:r>
          <a:r>
            <a:rPr lang="en-US" b="0" i="0" baseline="0" dirty="0"/>
            <a:t> </a:t>
          </a:r>
          <a:r>
            <a:rPr lang="en-US" b="0" i="0" baseline="0" dirty="0" err="1"/>
            <a:t>trúc</a:t>
          </a:r>
          <a:r>
            <a:rPr lang="en-US" b="0" i="0" baseline="0" dirty="0"/>
            <a:t> </a:t>
          </a:r>
          <a:r>
            <a:rPr lang="en-US" b="0" i="0" baseline="0" dirty="0" err="1"/>
            <a:t>thực</a:t>
          </a:r>
          <a:r>
            <a:rPr lang="en-US" b="0" i="0" baseline="0" dirty="0"/>
            <a:t> </a:t>
          </a:r>
          <a:r>
            <a:rPr lang="en-US" b="0" i="0" baseline="0" dirty="0" err="1"/>
            <a:t>tế</a:t>
          </a:r>
          <a:r>
            <a:rPr lang="en-US" b="0" i="0" baseline="0" dirty="0"/>
            <a:t> </a:t>
          </a:r>
          <a:r>
            <a:rPr lang="en-US" b="0" i="0" baseline="0" dirty="0" err="1"/>
            <a:t>và</a:t>
          </a:r>
          <a:r>
            <a:rPr lang="en-US" b="0" i="0" baseline="0" dirty="0"/>
            <a:t> </a:t>
          </a:r>
          <a:r>
            <a:rPr lang="en-US" b="0" i="0" baseline="0" dirty="0" err="1"/>
            <a:t>điều</a:t>
          </a:r>
          <a:r>
            <a:rPr lang="en-US" b="0" i="0" baseline="0" dirty="0"/>
            <a:t> </a:t>
          </a:r>
          <a:r>
            <a:rPr lang="en-US" b="0" i="0" baseline="0" dirty="0" err="1"/>
            <a:t>chỉnh</a:t>
          </a:r>
          <a:r>
            <a:rPr lang="en-US" b="0" i="0" baseline="0" dirty="0"/>
            <a:t> </a:t>
          </a:r>
          <a:r>
            <a:rPr lang="en-US" b="0" i="0" baseline="0" dirty="0" err="1"/>
            <a:t>câu</a:t>
          </a:r>
          <a:r>
            <a:rPr lang="en-US" b="0" i="0" baseline="0" dirty="0"/>
            <a:t> </a:t>
          </a:r>
          <a:r>
            <a:rPr lang="en-US" b="0" i="0" baseline="0" dirty="0" err="1"/>
            <a:t>lệnh</a:t>
          </a:r>
          <a:r>
            <a:rPr lang="en-US" b="0" i="0" baseline="0" dirty="0"/>
            <a:t> SQL/Mapping </a:t>
          </a:r>
          <a:r>
            <a:rPr lang="en-US" b="0" i="0" baseline="0" dirty="0" err="1"/>
            <a:t>chính</a:t>
          </a:r>
          <a:r>
            <a:rPr lang="en-US" b="0" i="0" baseline="0" dirty="0"/>
            <a:t> </a:t>
          </a:r>
          <a:r>
            <a:rPr lang="en-US" b="0" i="0" baseline="0" dirty="0" err="1"/>
            <a:t>xác</a:t>
          </a:r>
          <a:r>
            <a:rPr lang="en-US" b="0" i="0" baseline="0" dirty="0"/>
            <a:t>.</a:t>
          </a:r>
          <a:endParaRPr lang="en-US" dirty="0"/>
        </a:p>
      </dgm:t>
    </dgm:pt>
    <dgm:pt modelId="{801D6464-603D-4381-8E37-1498782DE447}" type="parTrans" cxnId="{E400FDD5-5DB4-44CD-8092-F2422338862E}">
      <dgm:prSet/>
      <dgm:spPr/>
      <dgm:t>
        <a:bodyPr/>
        <a:lstStyle/>
        <a:p>
          <a:endParaRPr lang="en-US"/>
        </a:p>
      </dgm:t>
    </dgm:pt>
    <dgm:pt modelId="{215790D7-A9E1-4DD6-A3D6-5C8910142B4C}" type="sibTrans" cxnId="{E400FDD5-5DB4-44CD-8092-F2422338862E}">
      <dgm:prSet/>
      <dgm:spPr/>
      <dgm:t>
        <a:bodyPr/>
        <a:lstStyle/>
        <a:p>
          <a:endParaRPr lang="en-US"/>
        </a:p>
      </dgm:t>
    </dgm:pt>
    <dgm:pt modelId="{CDABEC37-B9B0-4470-95A2-5FFEAC780BE5}" type="pres">
      <dgm:prSet presAssocID="{07392BE6-AC65-4EC0-BD17-79326A391F7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7626DCB-0634-4C10-A477-2309A16023C3}" type="pres">
      <dgm:prSet presAssocID="{8252B21C-4864-4CAD-9109-FB9C37F4FFA5}" presName="hierRoot1" presStyleCnt="0"/>
      <dgm:spPr/>
    </dgm:pt>
    <dgm:pt modelId="{AF42981F-302B-44C7-A46A-9055910FE1B6}" type="pres">
      <dgm:prSet presAssocID="{8252B21C-4864-4CAD-9109-FB9C37F4FFA5}" presName="composite" presStyleCnt="0"/>
      <dgm:spPr/>
    </dgm:pt>
    <dgm:pt modelId="{1525B2CE-57EE-4F3F-BF0C-E1D28D994400}" type="pres">
      <dgm:prSet presAssocID="{8252B21C-4864-4CAD-9109-FB9C37F4FFA5}" presName="background" presStyleLbl="node0" presStyleIdx="0" presStyleCnt="2"/>
      <dgm:spPr/>
    </dgm:pt>
    <dgm:pt modelId="{49BEF205-A7A3-40BD-9D57-E7E46E2EE2AB}" type="pres">
      <dgm:prSet presAssocID="{8252B21C-4864-4CAD-9109-FB9C37F4FFA5}" presName="text" presStyleLbl="fgAcc0" presStyleIdx="0" presStyleCnt="2">
        <dgm:presLayoutVars>
          <dgm:chPref val="3"/>
        </dgm:presLayoutVars>
      </dgm:prSet>
      <dgm:spPr/>
    </dgm:pt>
    <dgm:pt modelId="{2B58C039-D89D-485B-A2A4-2490CFDA5455}" type="pres">
      <dgm:prSet presAssocID="{8252B21C-4864-4CAD-9109-FB9C37F4FFA5}" presName="hierChild2" presStyleCnt="0"/>
      <dgm:spPr/>
    </dgm:pt>
    <dgm:pt modelId="{EA77C836-8F43-4BCB-BFCD-790C2DBA60C3}" type="pres">
      <dgm:prSet presAssocID="{EEF6560A-4D95-4E36-BF7C-AF28BF2735B1}" presName="hierRoot1" presStyleCnt="0"/>
      <dgm:spPr/>
    </dgm:pt>
    <dgm:pt modelId="{C5706C31-3014-4E3B-8EA9-887CDE5CDD40}" type="pres">
      <dgm:prSet presAssocID="{EEF6560A-4D95-4E36-BF7C-AF28BF2735B1}" presName="composite" presStyleCnt="0"/>
      <dgm:spPr/>
    </dgm:pt>
    <dgm:pt modelId="{D8BC7813-34D7-457F-AF04-8227ADC68D02}" type="pres">
      <dgm:prSet presAssocID="{EEF6560A-4D95-4E36-BF7C-AF28BF2735B1}" presName="background" presStyleLbl="node0" presStyleIdx="1" presStyleCnt="2"/>
      <dgm:spPr/>
    </dgm:pt>
    <dgm:pt modelId="{783BDB15-4DCC-4499-83B7-A51680498DA2}" type="pres">
      <dgm:prSet presAssocID="{EEF6560A-4D95-4E36-BF7C-AF28BF2735B1}" presName="text" presStyleLbl="fgAcc0" presStyleIdx="1" presStyleCnt="2">
        <dgm:presLayoutVars>
          <dgm:chPref val="3"/>
        </dgm:presLayoutVars>
      </dgm:prSet>
      <dgm:spPr/>
    </dgm:pt>
    <dgm:pt modelId="{2DC616AD-9957-46BA-9B8A-FBD766821E6D}" type="pres">
      <dgm:prSet presAssocID="{EEF6560A-4D95-4E36-BF7C-AF28BF2735B1}" presName="hierChild2" presStyleCnt="0"/>
      <dgm:spPr/>
    </dgm:pt>
  </dgm:ptLst>
  <dgm:cxnLst>
    <dgm:cxn modelId="{BF0D3307-7F76-42E2-A66A-A62D60E1A046}" type="presOf" srcId="{EEF6560A-4D95-4E36-BF7C-AF28BF2735B1}" destId="{783BDB15-4DCC-4499-83B7-A51680498DA2}" srcOrd="0" destOrd="0" presId="urn:microsoft.com/office/officeart/2005/8/layout/hierarchy1"/>
    <dgm:cxn modelId="{E37E021E-6D08-4F2D-BD6C-524939C50B0D}" srcId="{07392BE6-AC65-4EC0-BD17-79326A391F7A}" destId="{8252B21C-4864-4CAD-9109-FB9C37F4FFA5}" srcOrd="0" destOrd="0" parTransId="{125C517B-FC2B-4875-930D-911FA7961886}" sibTransId="{15DC09DA-E798-4A44-BC4E-65DF481B50CD}"/>
    <dgm:cxn modelId="{12019827-18B9-4D4B-8383-52D22D7C81DF}" type="presOf" srcId="{07392BE6-AC65-4EC0-BD17-79326A391F7A}" destId="{CDABEC37-B9B0-4470-95A2-5FFEAC780BE5}" srcOrd="0" destOrd="0" presId="urn:microsoft.com/office/officeart/2005/8/layout/hierarchy1"/>
    <dgm:cxn modelId="{BB6F4951-B5EE-4602-A6A1-55166F2C13F1}" type="presOf" srcId="{8252B21C-4864-4CAD-9109-FB9C37F4FFA5}" destId="{49BEF205-A7A3-40BD-9D57-E7E46E2EE2AB}" srcOrd="0" destOrd="0" presId="urn:microsoft.com/office/officeart/2005/8/layout/hierarchy1"/>
    <dgm:cxn modelId="{E400FDD5-5DB4-44CD-8092-F2422338862E}" srcId="{07392BE6-AC65-4EC0-BD17-79326A391F7A}" destId="{EEF6560A-4D95-4E36-BF7C-AF28BF2735B1}" srcOrd="1" destOrd="0" parTransId="{801D6464-603D-4381-8E37-1498782DE447}" sibTransId="{215790D7-A9E1-4DD6-A3D6-5C8910142B4C}"/>
    <dgm:cxn modelId="{231745ED-C272-4B61-BE7C-EC9C62F2DA4C}" type="presParOf" srcId="{CDABEC37-B9B0-4470-95A2-5FFEAC780BE5}" destId="{A7626DCB-0634-4C10-A477-2309A16023C3}" srcOrd="0" destOrd="0" presId="urn:microsoft.com/office/officeart/2005/8/layout/hierarchy1"/>
    <dgm:cxn modelId="{A67CF9AB-1ECE-4B25-B82E-33510328D46C}" type="presParOf" srcId="{A7626DCB-0634-4C10-A477-2309A16023C3}" destId="{AF42981F-302B-44C7-A46A-9055910FE1B6}" srcOrd="0" destOrd="0" presId="urn:microsoft.com/office/officeart/2005/8/layout/hierarchy1"/>
    <dgm:cxn modelId="{1EB5B242-F5DC-4E85-86EA-AA7431375710}" type="presParOf" srcId="{AF42981F-302B-44C7-A46A-9055910FE1B6}" destId="{1525B2CE-57EE-4F3F-BF0C-E1D28D994400}" srcOrd="0" destOrd="0" presId="urn:microsoft.com/office/officeart/2005/8/layout/hierarchy1"/>
    <dgm:cxn modelId="{2F0AF098-F79C-4E30-84A3-3389A654F080}" type="presParOf" srcId="{AF42981F-302B-44C7-A46A-9055910FE1B6}" destId="{49BEF205-A7A3-40BD-9D57-E7E46E2EE2AB}" srcOrd="1" destOrd="0" presId="urn:microsoft.com/office/officeart/2005/8/layout/hierarchy1"/>
    <dgm:cxn modelId="{DAC52145-0295-402F-82FF-1644BDB60B51}" type="presParOf" srcId="{A7626DCB-0634-4C10-A477-2309A16023C3}" destId="{2B58C039-D89D-485B-A2A4-2490CFDA5455}" srcOrd="1" destOrd="0" presId="urn:microsoft.com/office/officeart/2005/8/layout/hierarchy1"/>
    <dgm:cxn modelId="{A3E500DD-DE7D-43C2-87BA-DE6261B43A07}" type="presParOf" srcId="{CDABEC37-B9B0-4470-95A2-5FFEAC780BE5}" destId="{EA77C836-8F43-4BCB-BFCD-790C2DBA60C3}" srcOrd="1" destOrd="0" presId="urn:microsoft.com/office/officeart/2005/8/layout/hierarchy1"/>
    <dgm:cxn modelId="{9658AF6B-2D7A-444B-A4DB-A52A9B3CE075}" type="presParOf" srcId="{EA77C836-8F43-4BCB-BFCD-790C2DBA60C3}" destId="{C5706C31-3014-4E3B-8EA9-887CDE5CDD40}" srcOrd="0" destOrd="0" presId="urn:microsoft.com/office/officeart/2005/8/layout/hierarchy1"/>
    <dgm:cxn modelId="{A9D9705A-81FF-4D4C-8CAC-1853412D63E6}" type="presParOf" srcId="{C5706C31-3014-4E3B-8EA9-887CDE5CDD40}" destId="{D8BC7813-34D7-457F-AF04-8227ADC68D02}" srcOrd="0" destOrd="0" presId="urn:microsoft.com/office/officeart/2005/8/layout/hierarchy1"/>
    <dgm:cxn modelId="{98C5B75F-A469-4843-B444-3ED644BC268D}" type="presParOf" srcId="{C5706C31-3014-4E3B-8EA9-887CDE5CDD40}" destId="{783BDB15-4DCC-4499-83B7-A51680498DA2}" srcOrd="1" destOrd="0" presId="urn:microsoft.com/office/officeart/2005/8/layout/hierarchy1"/>
    <dgm:cxn modelId="{376E3868-BC75-47EE-A13C-59B555383013}" type="presParOf" srcId="{EA77C836-8F43-4BCB-BFCD-790C2DBA60C3}" destId="{2DC616AD-9957-46BA-9B8A-FBD766821E6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0113459-62F4-4056-8B43-CB44A18DED2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A17BB41-75A7-47FE-824C-31A0EABD2A22}">
      <dgm:prSet/>
      <dgm:spPr/>
      <dgm:t>
        <a:bodyPr/>
        <a:lstStyle/>
        <a:p>
          <a:r>
            <a:rPr lang="en-US" b="0" i="0" baseline="0"/>
            <a:t>Hệ thống Backend + Database hoàn chỉnh, hoạt động ổn định trên Docker.</a:t>
          </a:r>
          <a:endParaRPr lang="en-US"/>
        </a:p>
      </dgm:t>
    </dgm:pt>
    <dgm:pt modelId="{86A93264-8B3D-4B62-B23C-7C0999FB28EC}" type="parTrans" cxnId="{30735AEF-9E80-4709-A9B7-D1140FE0A433}">
      <dgm:prSet/>
      <dgm:spPr/>
      <dgm:t>
        <a:bodyPr/>
        <a:lstStyle/>
        <a:p>
          <a:endParaRPr lang="en-US"/>
        </a:p>
      </dgm:t>
    </dgm:pt>
    <dgm:pt modelId="{364F519A-0482-4030-97F7-4C8C31D298B8}" type="sibTrans" cxnId="{30735AEF-9E80-4709-A9B7-D1140FE0A433}">
      <dgm:prSet/>
      <dgm:spPr/>
      <dgm:t>
        <a:bodyPr/>
        <a:lstStyle/>
        <a:p>
          <a:endParaRPr lang="en-US"/>
        </a:p>
      </dgm:t>
    </dgm:pt>
    <dgm:pt modelId="{01529DF2-9DE9-4A47-9B75-62024089233B}">
      <dgm:prSet/>
      <dgm:spPr/>
      <dgm:t>
        <a:bodyPr/>
        <a:lstStyle/>
        <a:p>
          <a:r>
            <a:rPr lang="en-US" b="0" i="0" baseline="0"/>
            <a:t>API Upload đạt chuẩn RESTful, tích hợp đầy đủ Swagger UI để kiểm thử.</a:t>
          </a:r>
          <a:endParaRPr lang="en-US"/>
        </a:p>
      </dgm:t>
    </dgm:pt>
    <dgm:pt modelId="{F6E124B8-193C-427B-B8F6-D9FBF554B503}" type="parTrans" cxnId="{CE5BE1B2-1820-40CE-8ECF-0678BFB7F022}">
      <dgm:prSet/>
      <dgm:spPr/>
      <dgm:t>
        <a:bodyPr/>
        <a:lstStyle/>
        <a:p>
          <a:endParaRPr lang="en-US"/>
        </a:p>
      </dgm:t>
    </dgm:pt>
    <dgm:pt modelId="{F84A8BE5-BC28-418E-8794-0BDAA24512DD}" type="sibTrans" cxnId="{CE5BE1B2-1820-40CE-8ECF-0678BFB7F022}">
      <dgm:prSet/>
      <dgm:spPr/>
      <dgm:t>
        <a:bodyPr/>
        <a:lstStyle/>
        <a:p>
          <a:endParaRPr lang="en-US"/>
        </a:p>
      </dgm:t>
    </dgm:pt>
    <dgm:pt modelId="{964432DA-94EF-49EE-93CD-2CAA74642F31}">
      <dgm:prSet/>
      <dgm:spPr/>
      <dgm:t>
        <a:bodyPr/>
        <a:lstStyle/>
        <a:p>
          <a:r>
            <a:rPr lang="en-US" b="0" i="0" baseline="0"/>
            <a:t>Dữ liệu được lưu trữ chính xác cả ở dạng vật lý (File) và dạng logic (Database).</a:t>
          </a:r>
          <a:endParaRPr lang="en-US"/>
        </a:p>
      </dgm:t>
    </dgm:pt>
    <dgm:pt modelId="{59B4425F-913D-48D9-893D-65F440E7DBE6}" type="parTrans" cxnId="{BDA9574C-C7DE-4021-ADB2-601081F10142}">
      <dgm:prSet/>
      <dgm:spPr/>
      <dgm:t>
        <a:bodyPr/>
        <a:lstStyle/>
        <a:p>
          <a:endParaRPr lang="en-US"/>
        </a:p>
      </dgm:t>
    </dgm:pt>
    <dgm:pt modelId="{3B010B70-F1CC-4290-8A68-FF774D8E7785}" type="sibTrans" cxnId="{BDA9574C-C7DE-4021-ADB2-601081F10142}">
      <dgm:prSet/>
      <dgm:spPr/>
      <dgm:t>
        <a:bodyPr/>
        <a:lstStyle/>
        <a:p>
          <a:endParaRPr lang="en-US"/>
        </a:p>
      </dgm:t>
    </dgm:pt>
    <dgm:pt modelId="{9455A81F-8AC5-4BEA-961F-BD037F473AFC}" type="pres">
      <dgm:prSet presAssocID="{B0113459-62F4-4056-8B43-CB44A18DED2E}" presName="root" presStyleCnt="0">
        <dgm:presLayoutVars>
          <dgm:dir/>
          <dgm:resizeHandles val="exact"/>
        </dgm:presLayoutVars>
      </dgm:prSet>
      <dgm:spPr/>
    </dgm:pt>
    <dgm:pt modelId="{201D2AE5-F27B-4E03-B382-B49AB931F363}" type="pres">
      <dgm:prSet presAssocID="{3A17BB41-75A7-47FE-824C-31A0EABD2A22}" presName="compNode" presStyleCnt="0"/>
      <dgm:spPr/>
    </dgm:pt>
    <dgm:pt modelId="{467E9024-6316-4090-AD9F-14069FDB689A}" type="pres">
      <dgm:prSet presAssocID="{3A17BB41-75A7-47FE-824C-31A0EABD2A22}" presName="bgRect" presStyleLbl="bgShp" presStyleIdx="0" presStyleCnt="3"/>
      <dgm:spPr/>
    </dgm:pt>
    <dgm:pt modelId="{0957FC18-9CE3-4FF3-B649-FC9F3EE997B8}" type="pres">
      <dgm:prSet presAssocID="{3A17BB41-75A7-47FE-824C-31A0EABD2A2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3C2E4D5-7003-4030-819D-7DE24AB13BF8}" type="pres">
      <dgm:prSet presAssocID="{3A17BB41-75A7-47FE-824C-31A0EABD2A22}" presName="spaceRect" presStyleCnt="0"/>
      <dgm:spPr/>
    </dgm:pt>
    <dgm:pt modelId="{F5832031-EF63-4680-B468-327AC5DC5F89}" type="pres">
      <dgm:prSet presAssocID="{3A17BB41-75A7-47FE-824C-31A0EABD2A22}" presName="parTx" presStyleLbl="revTx" presStyleIdx="0" presStyleCnt="3">
        <dgm:presLayoutVars>
          <dgm:chMax val="0"/>
          <dgm:chPref val="0"/>
        </dgm:presLayoutVars>
      </dgm:prSet>
      <dgm:spPr/>
    </dgm:pt>
    <dgm:pt modelId="{506EF007-FA93-4E93-84CE-08119561DF14}" type="pres">
      <dgm:prSet presAssocID="{364F519A-0482-4030-97F7-4C8C31D298B8}" presName="sibTrans" presStyleCnt="0"/>
      <dgm:spPr/>
    </dgm:pt>
    <dgm:pt modelId="{3BFC3866-8BFE-43ED-A56D-13651D13ACF2}" type="pres">
      <dgm:prSet presAssocID="{01529DF2-9DE9-4A47-9B75-62024089233B}" presName="compNode" presStyleCnt="0"/>
      <dgm:spPr/>
    </dgm:pt>
    <dgm:pt modelId="{A7D2BB8E-61EB-46F1-9810-F903292AFC1B}" type="pres">
      <dgm:prSet presAssocID="{01529DF2-9DE9-4A47-9B75-62024089233B}" presName="bgRect" presStyleLbl="bgShp" presStyleIdx="1" presStyleCnt="3"/>
      <dgm:spPr/>
    </dgm:pt>
    <dgm:pt modelId="{92FC70FB-E82C-4115-9EB8-666E1B765BEF}" type="pres">
      <dgm:prSet presAssocID="{01529DF2-9DE9-4A47-9B75-62024089233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C79735C-D9A6-4DD0-B4C0-F63E247C5D56}" type="pres">
      <dgm:prSet presAssocID="{01529DF2-9DE9-4A47-9B75-62024089233B}" presName="spaceRect" presStyleCnt="0"/>
      <dgm:spPr/>
    </dgm:pt>
    <dgm:pt modelId="{27535CF1-D60E-4573-A1C6-075389CB4DA3}" type="pres">
      <dgm:prSet presAssocID="{01529DF2-9DE9-4A47-9B75-62024089233B}" presName="parTx" presStyleLbl="revTx" presStyleIdx="1" presStyleCnt="3">
        <dgm:presLayoutVars>
          <dgm:chMax val="0"/>
          <dgm:chPref val="0"/>
        </dgm:presLayoutVars>
      </dgm:prSet>
      <dgm:spPr/>
    </dgm:pt>
    <dgm:pt modelId="{BC741C2A-0325-4BD9-8A0D-C1A6A346DD1E}" type="pres">
      <dgm:prSet presAssocID="{F84A8BE5-BC28-418E-8794-0BDAA24512DD}" presName="sibTrans" presStyleCnt="0"/>
      <dgm:spPr/>
    </dgm:pt>
    <dgm:pt modelId="{B7DB2946-533D-4002-B71E-7EB4F844EA5C}" type="pres">
      <dgm:prSet presAssocID="{964432DA-94EF-49EE-93CD-2CAA74642F31}" presName="compNode" presStyleCnt="0"/>
      <dgm:spPr/>
    </dgm:pt>
    <dgm:pt modelId="{194ED950-F178-4C78-B7F0-45374F6CCDDB}" type="pres">
      <dgm:prSet presAssocID="{964432DA-94EF-49EE-93CD-2CAA74642F31}" presName="bgRect" presStyleLbl="bgShp" presStyleIdx="2" presStyleCnt="3"/>
      <dgm:spPr/>
    </dgm:pt>
    <dgm:pt modelId="{AD7D338E-F436-4AAB-B14F-E00A2A1150AB}" type="pres">
      <dgm:prSet presAssocID="{964432DA-94EF-49EE-93CD-2CAA74642F3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DC17CCA-D9BF-41F8-AC33-3FFA980C6F78}" type="pres">
      <dgm:prSet presAssocID="{964432DA-94EF-49EE-93CD-2CAA74642F31}" presName="spaceRect" presStyleCnt="0"/>
      <dgm:spPr/>
    </dgm:pt>
    <dgm:pt modelId="{5B23236D-4987-44EF-B7DC-2EFB71EEEF51}" type="pres">
      <dgm:prSet presAssocID="{964432DA-94EF-49EE-93CD-2CAA74642F3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AFB2933-DCB8-4930-9D64-B98194BADB87}" type="presOf" srcId="{964432DA-94EF-49EE-93CD-2CAA74642F31}" destId="{5B23236D-4987-44EF-B7DC-2EFB71EEEF51}" srcOrd="0" destOrd="0" presId="urn:microsoft.com/office/officeart/2018/2/layout/IconVerticalSolidList"/>
    <dgm:cxn modelId="{BDA9574C-C7DE-4021-ADB2-601081F10142}" srcId="{B0113459-62F4-4056-8B43-CB44A18DED2E}" destId="{964432DA-94EF-49EE-93CD-2CAA74642F31}" srcOrd="2" destOrd="0" parTransId="{59B4425F-913D-48D9-893D-65F440E7DBE6}" sibTransId="{3B010B70-F1CC-4290-8A68-FF774D8E7785}"/>
    <dgm:cxn modelId="{35472659-7E28-4B6E-91D2-53748F871D43}" type="presOf" srcId="{B0113459-62F4-4056-8B43-CB44A18DED2E}" destId="{9455A81F-8AC5-4BEA-961F-BD037F473AFC}" srcOrd="0" destOrd="0" presId="urn:microsoft.com/office/officeart/2018/2/layout/IconVerticalSolidList"/>
    <dgm:cxn modelId="{0738BD8A-2500-42C9-995D-25554811BD2F}" type="presOf" srcId="{3A17BB41-75A7-47FE-824C-31A0EABD2A22}" destId="{F5832031-EF63-4680-B468-327AC5DC5F89}" srcOrd="0" destOrd="0" presId="urn:microsoft.com/office/officeart/2018/2/layout/IconVerticalSolidList"/>
    <dgm:cxn modelId="{CE5BE1B2-1820-40CE-8ECF-0678BFB7F022}" srcId="{B0113459-62F4-4056-8B43-CB44A18DED2E}" destId="{01529DF2-9DE9-4A47-9B75-62024089233B}" srcOrd="1" destOrd="0" parTransId="{F6E124B8-193C-427B-B8F6-D9FBF554B503}" sibTransId="{F84A8BE5-BC28-418E-8794-0BDAA24512DD}"/>
    <dgm:cxn modelId="{342EE1E5-8E7C-4A5C-BCA3-3B894EECB733}" type="presOf" srcId="{01529DF2-9DE9-4A47-9B75-62024089233B}" destId="{27535CF1-D60E-4573-A1C6-075389CB4DA3}" srcOrd="0" destOrd="0" presId="urn:microsoft.com/office/officeart/2018/2/layout/IconVerticalSolidList"/>
    <dgm:cxn modelId="{30735AEF-9E80-4709-A9B7-D1140FE0A433}" srcId="{B0113459-62F4-4056-8B43-CB44A18DED2E}" destId="{3A17BB41-75A7-47FE-824C-31A0EABD2A22}" srcOrd="0" destOrd="0" parTransId="{86A93264-8B3D-4B62-B23C-7C0999FB28EC}" sibTransId="{364F519A-0482-4030-97F7-4C8C31D298B8}"/>
    <dgm:cxn modelId="{8C00E3B8-F850-48E5-9871-B117083A6745}" type="presParOf" srcId="{9455A81F-8AC5-4BEA-961F-BD037F473AFC}" destId="{201D2AE5-F27B-4E03-B382-B49AB931F363}" srcOrd="0" destOrd="0" presId="urn:microsoft.com/office/officeart/2018/2/layout/IconVerticalSolidList"/>
    <dgm:cxn modelId="{2C89D34E-FD0F-4FAB-9AB3-F9CE83AD5120}" type="presParOf" srcId="{201D2AE5-F27B-4E03-B382-B49AB931F363}" destId="{467E9024-6316-4090-AD9F-14069FDB689A}" srcOrd="0" destOrd="0" presId="urn:microsoft.com/office/officeart/2018/2/layout/IconVerticalSolidList"/>
    <dgm:cxn modelId="{98BD9828-06C0-4D30-9EBB-7F85072E0373}" type="presParOf" srcId="{201D2AE5-F27B-4E03-B382-B49AB931F363}" destId="{0957FC18-9CE3-4FF3-B649-FC9F3EE997B8}" srcOrd="1" destOrd="0" presId="urn:microsoft.com/office/officeart/2018/2/layout/IconVerticalSolidList"/>
    <dgm:cxn modelId="{BE17FED8-B0B1-4264-B330-C92AE4B26C07}" type="presParOf" srcId="{201D2AE5-F27B-4E03-B382-B49AB931F363}" destId="{03C2E4D5-7003-4030-819D-7DE24AB13BF8}" srcOrd="2" destOrd="0" presId="urn:microsoft.com/office/officeart/2018/2/layout/IconVerticalSolidList"/>
    <dgm:cxn modelId="{8C8F94F3-61FE-48D4-BA96-D124A8BF8325}" type="presParOf" srcId="{201D2AE5-F27B-4E03-B382-B49AB931F363}" destId="{F5832031-EF63-4680-B468-327AC5DC5F89}" srcOrd="3" destOrd="0" presId="urn:microsoft.com/office/officeart/2018/2/layout/IconVerticalSolidList"/>
    <dgm:cxn modelId="{663BD876-4330-404F-95EB-E67C95D83989}" type="presParOf" srcId="{9455A81F-8AC5-4BEA-961F-BD037F473AFC}" destId="{506EF007-FA93-4E93-84CE-08119561DF14}" srcOrd="1" destOrd="0" presId="urn:microsoft.com/office/officeart/2018/2/layout/IconVerticalSolidList"/>
    <dgm:cxn modelId="{2F59523D-EAAF-4AED-9CA8-949A8055F070}" type="presParOf" srcId="{9455A81F-8AC5-4BEA-961F-BD037F473AFC}" destId="{3BFC3866-8BFE-43ED-A56D-13651D13ACF2}" srcOrd="2" destOrd="0" presId="urn:microsoft.com/office/officeart/2018/2/layout/IconVerticalSolidList"/>
    <dgm:cxn modelId="{A1A2AADB-7267-4038-B668-E147CB008BA2}" type="presParOf" srcId="{3BFC3866-8BFE-43ED-A56D-13651D13ACF2}" destId="{A7D2BB8E-61EB-46F1-9810-F903292AFC1B}" srcOrd="0" destOrd="0" presId="urn:microsoft.com/office/officeart/2018/2/layout/IconVerticalSolidList"/>
    <dgm:cxn modelId="{0DECF940-CB84-4623-B50E-AAB4E61ADB0F}" type="presParOf" srcId="{3BFC3866-8BFE-43ED-A56D-13651D13ACF2}" destId="{92FC70FB-E82C-4115-9EB8-666E1B765BEF}" srcOrd="1" destOrd="0" presId="urn:microsoft.com/office/officeart/2018/2/layout/IconVerticalSolidList"/>
    <dgm:cxn modelId="{ADB2DE7B-E654-4AC1-91C2-DFCDE1FD8B37}" type="presParOf" srcId="{3BFC3866-8BFE-43ED-A56D-13651D13ACF2}" destId="{DC79735C-D9A6-4DD0-B4C0-F63E247C5D56}" srcOrd="2" destOrd="0" presId="urn:microsoft.com/office/officeart/2018/2/layout/IconVerticalSolidList"/>
    <dgm:cxn modelId="{4D420BB0-3674-42AB-880F-19D17370F10A}" type="presParOf" srcId="{3BFC3866-8BFE-43ED-A56D-13651D13ACF2}" destId="{27535CF1-D60E-4573-A1C6-075389CB4DA3}" srcOrd="3" destOrd="0" presId="urn:microsoft.com/office/officeart/2018/2/layout/IconVerticalSolidList"/>
    <dgm:cxn modelId="{0563FD06-1A7C-4F0B-A1CB-08917B673F7E}" type="presParOf" srcId="{9455A81F-8AC5-4BEA-961F-BD037F473AFC}" destId="{BC741C2A-0325-4BD9-8A0D-C1A6A346DD1E}" srcOrd="3" destOrd="0" presId="urn:microsoft.com/office/officeart/2018/2/layout/IconVerticalSolidList"/>
    <dgm:cxn modelId="{18003294-5A36-4C1D-8615-89873BF91FDA}" type="presParOf" srcId="{9455A81F-8AC5-4BEA-961F-BD037F473AFC}" destId="{B7DB2946-533D-4002-B71E-7EB4F844EA5C}" srcOrd="4" destOrd="0" presId="urn:microsoft.com/office/officeart/2018/2/layout/IconVerticalSolidList"/>
    <dgm:cxn modelId="{59D8F284-0C93-40D5-BFB7-644A989E7304}" type="presParOf" srcId="{B7DB2946-533D-4002-B71E-7EB4F844EA5C}" destId="{194ED950-F178-4C78-B7F0-45374F6CCDDB}" srcOrd="0" destOrd="0" presId="urn:microsoft.com/office/officeart/2018/2/layout/IconVerticalSolidList"/>
    <dgm:cxn modelId="{75BC6497-C410-494B-A8F5-5A9DE5733C83}" type="presParOf" srcId="{B7DB2946-533D-4002-B71E-7EB4F844EA5C}" destId="{AD7D338E-F436-4AAB-B14F-E00A2A1150AB}" srcOrd="1" destOrd="0" presId="urn:microsoft.com/office/officeart/2018/2/layout/IconVerticalSolidList"/>
    <dgm:cxn modelId="{4F0385E8-2D73-4062-B529-BE663802941C}" type="presParOf" srcId="{B7DB2946-533D-4002-B71E-7EB4F844EA5C}" destId="{6DC17CCA-D9BF-41F8-AC33-3FFA980C6F78}" srcOrd="2" destOrd="0" presId="urn:microsoft.com/office/officeart/2018/2/layout/IconVerticalSolidList"/>
    <dgm:cxn modelId="{B1D33876-BC4C-4129-8AFE-BBB4788FC84B}" type="presParOf" srcId="{B7DB2946-533D-4002-B71E-7EB4F844EA5C}" destId="{5B23236D-4987-44EF-B7DC-2EFB71EEEF5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12A24F-975C-4F30-B562-05B165C3F4FD}">
      <dsp:nvSpPr>
        <dsp:cNvPr id="0" name=""/>
        <dsp:cNvSpPr/>
      </dsp:nvSpPr>
      <dsp:spPr>
        <a:xfrm>
          <a:off x="0" y="853360"/>
          <a:ext cx="5913437" cy="15754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A4A6AF-A407-47E0-A26D-75D8294751A1}">
      <dsp:nvSpPr>
        <dsp:cNvPr id="0" name=""/>
        <dsp:cNvSpPr/>
      </dsp:nvSpPr>
      <dsp:spPr>
        <a:xfrm>
          <a:off x="476569" y="1207833"/>
          <a:ext cx="866489" cy="8664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B2B75-AF4E-40EC-A238-3A3760022358}">
      <dsp:nvSpPr>
        <dsp:cNvPr id="0" name=""/>
        <dsp:cNvSpPr/>
      </dsp:nvSpPr>
      <dsp:spPr>
        <a:xfrm>
          <a:off x="1819627" y="853360"/>
          <a:ext cx="4093809" cy="1575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734" tIns="166734" rIns="166734" bIns="16673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Hệ thống tự động phân tích tuân thủ pháp lý bằng AI cho doanh nghiệp.</a:t>
          </a:r>
        </a:p>
      </dsp:txBody>
      <dsp:txXfrm>
        <a:off x="1819627" y="853360"/>
        <a:ext cx="4093809" cy="1575435"/>
      </dsp:txXfrm>
    </dsp:sp>
    <dsp:sp modelId="{30B7DEBB-DA15-4B54-AFAD-4BC92CA97874}">
      <dsp:nvSpPr>
        <dsp:cNvPr id="0" name=""/>
        <dsp:cNvSpPr/>
      </dsp:nvSpPr>
      <dsp:spPr>
        <a:xfrm>
          <a:off x="0" y="2822654"/>
          <a:ext cx="5913437" cy="15754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06BE97-D94A-4ED0-B7A7-BC7399FA0283}">
      <dsp:nvSpPr>
        <dsp:cNvPr id="0" name=""/>
        <dsp:cNvSpPr/>
      </dsp:nvSpPr>
      <dsp:spPr>
        <a:xfrm>
          <a:off x="476569" y="3177127"/>
          <a:ext cx="866489" cy="8664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1022D7-CBBA-460D-80AE-21DBA759AA6F}">
      <dsp:nvSpPr>
        <dsp:cNvPr id="0" name=""/>
        <dsp:cNvSpPr/>
      </dsp:nvSpPr>
      <dsp:spPr>
        <a:xfrm>
          <a:off x="1819627" y="2822654"/>
          <a:ext cx="2661046" cy="1575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734" tIns="166734" rIns="166734" bIns="16673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Họ tên: Sok Kim Thanh</a:t>
          </a:r>
        </a:p>
      </dsp:txBody>
      <dsp:txXfrm>
        <a:off x="1819627" y="2822654"/>
        <a:ext cx="2661046" cy="1575435"/>
      </dsp:txXfrm>
    </dsp:sp>
    <dsp:sp modelId="{9FF22DD2-B6C6-4B78-82A4-23BA016E683D}">
      <dsp:nvSpPr>
        <dsp:cNvPr id="0" name=""/>
        <dsp:cNvSpPr/>
      </dsp:nvSpPr>
      <dsp:spPr>
        <a:xfrm>
          <a:off x="4480674" y="2822654"/>
          <a:ext cx="1432762" cy="1575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734" tIns="166734" rIns="166734" bIns="166734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Công nghệ sử dụng: .NET 9, Python (FastAPI), React, OpenAI, Docker.</a:t>
          </a:r>
        </a:p>
      </dsp:txBody>
      <dsp:txXfrm>
        <a:off x="4480674" y="2822654"/>
        <a:ext cx="1432762" cy="15754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7BCCB-B3BD-47B5-A79A-5D99723B1B3D}">
      <dsp:nvSpPr>
        <dsp:cNvPr id="0" name=""/>
        <dsp:cNvSpPr/>
      </dsp:nvSpPr>
      <dsp:spPr>
        <a:xfrm>
          <a:off x="0" y="2247164"/>
          <a:ext cx="9604375" cy="147438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Mục tiêu hệ thống:</a:t>
          </a:r>
          <a:endParaRPr lang="en-US" sz="2600" kern="1200"/>
        </a:p>
      </dsp:txBody>
      <dsp:txXfrm>
        <a:off x="0" y="2247164"/>
        <a:ext cx="9604375" cy="796167"/>
      </dsp:txXfrm>
    </dsp:sp>
    <dsp:sp modelId="{20653362-D0A3-4158-8CD1-23BC7A1906F2}">
      <dsp:nvSpPr>
        <dsp:cNvPr id="0" name=""/>
        <dsp:cNvSpPr/>
      </dsp:nvSpPr>
      <dsp:spPr>
        <a:xfrm>
          <a:off x="4689" y="3013844"/>
          <a:ext cx="3198331" cy="67821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Phân tích tài liệu PDF/Word trong &lt; 10 giây.</a:t>
          </a:r>
          <a:endParaRPr lang="en-US" sz="1700" kern="1200"/>
        </a:p>
      </dsp:txBody>
      <dsp:txXfrm>
        <a:off x="4689" y="3013844"/>
        <a:ext cx="3198331" cy="678216"/>
      </dsp:txXfrm>
    </dsp:sp>
    <dsp:sp modelId="{5E5D2532-A1A4-4AA5-8786-8646E3F35AFF}">
      <dsp:nvSpPr>
        <dsp:cNvPr id="0" name=""/>
        <dsp:cNvSpPr/>
      </dsp:nvSpPr>
      <dsp:spPr>
        <a:xfrm>
          <a:off x="3203021" y="3013844"/>
          <a:ext cx="3198331" cy="67821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Chấm điểm tuân thủ (Compliance Score) trực quan.</a:t>
          </a:r>
          <a:endParaRPr lang="en-US" sz="1700" kern="1200"/>
        </a:p>
      </dsp:txBody>
      <dsp:txXfrm>
        <a:off x="3203021" y="3013844"/>
        <a:ext cx="3198331" cy="678216"/>
      </dsp:txXfrm>
    </dsp:sp>
    <dsp:sp modelId="{824AE63E-5817-4E3F-BA8D-21AFEBE59F97}">
      <dsp:nvSpPr>
        <dsp:cNvPr id="0" name=""/>
        <dsp:cNvSpPr/>
      </dsp:nvSpPr>
      <dsp:spPr>
        <a:xfrm>
          <a:off x="6401353" y="3013844"/>
          <a:ext cx="3198331" cy="678216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Cung cấp dẫn chứng (Reference) cụ thể cho từng lỗi vi phạm.</a:t>
          </a:r>
          <a:endParaRPr lang="en-US" sz="1700" kern="1200"/>
        </a:p>
      </dsp:txBody>
      <dsp:txXfrm>
        <a:off x="6401353" y="3013844"/>
        <a:ext cx="3198331" cy="678216"/>
      </dsp:txXfrm>
    </dsp:sp>
    <dsp:sp modelId="{38DC0280-73D9-4771-8E5B-8622FABD3F2C}">
      <dsp:nvSpPr>
        <dsp:cNvPr id="0" name=""/>
        <dsp:cNvSpPr/>
      </dsp:nvSpPr>
      <dsp:spPr>
        <a:xfrm rot="10800000">
          <a:off x="0" y="1678"/>
          <a:ext cx="9604375" cy="2267601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Giải pháp:</a:t>
          </a:r>
          <a:r>
            <a:rPr lang="en-US" sz="2600" b="0" i="0" kern="1200" baseline="0"/>
            <a:t> Ứng dụng AI (LLM) để tự động hóa quy trình đọc hiểu và đối soát văn bản.</a:t>
          </a:r>
          <a:endParaRPr lang="en-US" sz="2600" kern="1200"/>
        </a:p>
      </dsp:txBody>
      <dsp:txXfrm rot="10800000">
        <a:off x="0" y="1678"/>
        <a:ext cx="9604375" cy="14734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8AA7AE-7E83-4293-8B64-4B808C46025C}">
      <dsp:nvSpPr>
        <dsp:cNvPr id="0" name=""/>
        <dsp:cNvSpPr/>
      </dsp:nvSpPr>
      <dsp:spPr>
        <a:xfrm>
          <a:off x="0" y="0"/>
          <a:ext cx="8163718" cy="16754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1" i="0" kern="1200" baseline="0"/>
            <a:t>Logic xử lý: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/>
            <a:t>Tách nội dung (Text Extraction) từ File.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i="0" kern="1200" baseline="0"/>
            <a:t>Prompt Engineering:</a:t>
          </a:r>
          <a:r>
            <a:rPr lang="en-US" sz="1500" b="0" i="0" kern="1200" baseline="0"/>
            <a:t> Ép kiểu AI trả về dữ liệu cấu trúc JSON (Status, Score, Issues).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i="0" kern="1200" baseline="0"/>
            <a:t>Validation:</a:t>
          </a:r>
          <a:r>
            <a:rPr lang="en-US" sz="1500" b="0" i="0" kern="1200" baseline="0"/>
            <a:t> Kiểm tra tính chính xác của JSON trước khi lưu vào Database.</a:t>
          </a:r>
          <a:endParaRPr lang="en-US" sz="1500" kern="1200"/>
        </a:p>
      </dsp:txBody>
      <dsp:txXfrm>
        <a:off x="49072" y="49072"/>
        <a:ext cx="6432008" cy="1577308"/>
      </dsp:txXfrm>
    </dsp:sp>
    <dsp:sp modelId="{42E3B916-B3C5-4A6F-8995-F4EA0680E9A4}">
      <dsp:nvSpPr>
        <dsp:cNvPr id="0" name=""/>
        <dsp:cNvSpPr/>
      </dsp:nvSpPr>
      <dsp:spPr>
        <a:xfrm>
          <a:off x="1440656" y="2047774"/>
          <a:ext cx="8163718" cy="167545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1" i="0" kern="1200" baseline="0"/>
            <a:t>Lợi ích:</a:t>
          </a:r>
          <a:r>
            <a:rPr lang="en-US" sz="1900" b="0" i="0" kern="1200" baseline="0"/>
            <a:t> Đảm bảo dữ liệu từ AI luôn hiển thị đồng bộ trên giao diện người dùng.</a:t>
          </a:r>
          <a:endParaRPr lang="en-US" sz="1900" kern="1200"/>
        </a:p>
      </dsp:txBody>
      <dsp:txXfrm>
        <a:off x="1489728" y="2096846"/>
        <a:ext cx="5535874" cy="1577308"/>
      </dsp:txXfrm>
    </dsp:sp>
    <dsp:sp modelId="{060CEFD1-7738-4F42-9599-CADF01931F00}">
      <dsp:nvSpPr>
        <dsp:cNvPr id="0" name=""/>
        <dsp:cNvSpPr/>
      </dsp:nvSpPr>
      <dsp:spPr>
        <a:xfrm>
          <a:off x="7074674" y="1317091"/>
          <a:ext cx="1089043" cy="10890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319709" y="1317091"/>
        <a:ext cx="598973" cy="8195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2C8DDD-1912-4C43-9813-045C9FEA3D41}">
      <dsp:nvSpPr>
        <dsp:cNvPr id="0" name=""/>
        <dsp:cNvSpPr/>
      </dsp:nvSpPr>
      <dsp:spPr>
        <a:xfrm>
          <a:off x="1091" y="691861"/>
          <a:ext cx="742710" cy="742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53798A-8F08-4423-A56B-8A96C735D44A}">
      <dsp:nvSpPr>
        <dsp:cNvPr id="0" name=""/>
        <dsp:cNvSpPr/>
      </dsp:nvSpPr>
      <dsp:spPr>
        <a:xfrm>
          <a:off x="1091" y="1518025"/>
          <a:ext cx="2122031" cy="868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 dirty="0" err="1"/>
            <a:t>Dockerization</a:t>
          </a:r>
          <a:r>
            <a:rPr lang="en-US" sz="1400" b="1" i="0" kern="1200" baseline="0" dirty="0"/>
            <a:t>: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Triển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khai</a:t>
          </a:r>
          <a:r>
            <a:rPr lang="en-US" sz="1400" b="0" i="0" kern="1200" baseline="0" dirty="0"/>
            <a:t> 1-click </a:t>
          </a:r>
          <a:r>
            <a:rPr lang="en-US" sz="1400" b="0" i="0" kern="1200" baseline="0" dirty="0" err="1"/>
            <a:t>với</a:t>
          </a:r>
          <a:r>
            <a:rPr lang="en-US" sz="1400" b="0" i="0" kern="1200" baseline="0" dirty="0"/>
            <a:t> </a:t>
          </a:r>
          <a:r>
            <a:rPr lang="en-US" sz="1400" b="1" i="1" kern="1200" baseline="0" dirty="0"/>
            <a:t>docker-compose</a:t>
          </a:r>
          <a:r>
            <a:rPr lang="en-US" sz="1400" b="0" i="0" kern="1200" baseline="0" dirty="0"/>
            <a:t>.</a:t>
          </a:r>
          <a:endParaRPr lang="en-US" sz="1400" kern="1200" dirty="0"/>
        </a:p>
      </dsp:txBody>
      <dsp:txXfrm>
        <a:off x="1091" y="1518025"/>
        <a:ext cx="2122031" cy="868285"/>
      </dsp:txXfrm>
    </dsp:sp>
    <dsp:sp modelId="{CD19AE9E-2817-44E7-9509-D14AFF287ACF}">
      <dsp:nvSpPr>
        <dsp:cNvPr id="0" name=""/>
        <dsp:cNvSpPr/>
      </dsp:nvSpPr>
      <dsp:spPr>
        <a:xfrm>
          <a:off x="1091" y="2425126"/>
          <a:ext cx="2122031" cy="207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BACC67-4FB7-4D23-93AD-4D1A0CAD7102}">
      <dsp:nvSpPr>
        <dsp:cNvPr id="0" name=""/>
        <dsp:cNvSpPr/>
      </dsp:nvSpPr>
      <dsp:spPr>
        <a:xfrm>
          <a:off x="2494478" y="691861"/>
          <a:ext cx="742710" cy="742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551D12-9EEE-4ED8-895F-E21D937596FE}">
      <dsp:nvSpPr>
        <dsp:cNvPr id="0" name=""/>
        <dsp:cNvSpPr/>
      </dsp:nvSpPr>
      <dsp:spPr>
        <a:xfrm>
          <a:off x="2494478" y="1518025"/>
          <a:ext cx="2122031" cy="868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 dirty="0"/>
            <a:t>Bảo </a:t>
          </a:r>
          <a:r>
            <a:rPr lang="en-US" sz="1400" b="1" i="0" kern="1200" baseline="0" dirty="0" err="1"/>
            <a:t>mật</a:t>
          </a:r>
          <a:r>
            <a:rPr lang="en-US" sz="1400" b="1" i="0" kern="1200" baseline="0" dirty="0"/>
            <a:t>: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Ẩn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danh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hóa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dữ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liệu</a:t>
          </a:r>
          <a:r>
            <a:rPr lang="en-US" sz="1400" b="0" i="0" kern="1200" baseline="0" dirty="0"/>
            <a:t> (Anonymization) </a:t>
          </a:r>
          <a:r>
            <a:rPr lang="en-US" sz="1400" b="0" i="0" kern="1200" baseline="0" dirty="0" err="1"/>
            <a:t>trước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khi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gửi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lên</a:t>
          </a:r>
          <a:r>
            <a:rPr lang="en-US" sz="1400" b="0" i="0" kern="1200" baseline="0" dirty="0"/>
            <a:t> Cloud AI.</a:t>
          </a:r>
          <a:endParaRPr lang="en-US" sz="1400" kern="1200" dirty="0"/>
        </a:p>
      </dsp:txBody>
      <dsp:txXfrm>
        <a:off x="2494478" y="1518025"/>
        <a:ext cx="2122031" cy="868285"/>
      </dsp:txXfrm>
    </dsp:sp>
    <dsp:sp modelId="{FC5B6C57-97A1-405D-90EF-DF06590F182F}">
      <dsp:nvSpPr>
        <dsp:cNvPr id="0" name=""/>
        <dsp:cNvSpPr/>
      </dsp:nvSpPr>
      <dsp:spPr>
        <a:xfrm>
          <a:off x="2494478" y="2425126"/>
          <a:ext cx="2122031" cy="207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C7BF52-239F-4628-8413-D7BA6D9D8E27}">
      <dsp:nvSpPr>
        <dsp:cNvPr id="0" name=""/>
        <dsp:cNvSpPr/>
      </dsp:nvSpPr>
      <dsp:spPr>
        <a:xfrm>
          <a:off x="4987865" y="691861"/>
          <a:ext cx="742710" cy="742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A7BC9-8176-43F1-BC4E-E05F9CB6C63E}">
      <dsp:nvSpPr>
        <dsp:cNvPr id="0" name=""/>
        <dsp:cNvSpPr/>
      </dsp:nvSpPr>
      <dsp:spPr>
        <a:xfrm>
          <a:off x="4987865" y="1518025"/>
          <a:ext cx="2122031" cy="868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i="0" kern="1200" baseline="0" dirty="0" err="1"/>
            <a:t>Phân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quyền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người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dùng</a:t>
          </a:r>
          <a:r>
            <a:rPr lang="en-US" sz="1400" b="0" i="0" kern="1200" baseline="0" dirty="0"/>
            <a:t> (Role-based Access Control).</a:t>
          </a:r>
          <a:endParaRPr lang="en-US" sz="1400" kern="1200" dirty="0"/>
        </a:p>
      </dsp:txBody>
      <dsp:txXfrm>
        <a:off x="4987865" y="1518025"/>
        <a:ext cx="2122031" cy="868285"/>
      </dsp:txXfrm>
    </dsp:sp>
    <dsp:sp modelId="{23997913-EC2E-4939-89BC-42DE5179F714}">
      <dsp:nvSpPr>
        <dsp:cNvPr id="0" name=""/>
        <dsp:cNvSpPr/>
      </dsp:nvSpPr>
      <dsp:spPr>
        <a:xfrm>
          <a:off x="4987865" y="2425126"/>
          <a:ext cx="2122031" cy="207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4987865" y="2425126"/>
        <a:ext cx="2122031" cy="207505"/>
      </dsp:txXfrm>
    </dsp:sp>
    <dsp:sp modelId="{1B60931F-4662-490E-A151-0C819911B6CF}">
      <dsp:nvSpPr>
        <dsp:cNvPr id="0" name=""/>
        <dsp:cNvSpPr/>
      </dsp:nvSpPr>
      <dsp:spPr>
        <a:xfrm>
          <a:off x="7481251" y="691861"/>
          <a:ext cx="742710" cy="742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2B1F5-3B91-4DD2-8912-0897FE7E5536}">
      <dsp:nvSpPr>
        <dsp:cNvPr id="0" name=""/>
        <dsp:cNvSpPr/>
      </dsp:nvSpPr>
      <dsp:spPr>
        <a:xfrm>
          <a:off x="7481251" y="1518025"/>
          <a:ext cx="2122031" cy="868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 dirty="0" err="1"/>
            <a:t>Mở</a:t>
          </a:r>
          <a:r>
            <a:rPr lang="en-US" sz="1400" b="1" i="0" kern="1200" baseline="0" dirty="0"/>
            <a:t> </a:t>
          </a:r>
          <a:r>
            <a:rPr lang="en-US" sz="1400" b="1" i="0" kern="1200" baseline="0" dirty="0" err="1"/>
            <a:t>rộng</a:t>
          </a:r>
          <a:r>
            <a:rPr lang="en-US" sz="1400" b="1" i="0" kern="1200" baseline="0" dirty="0"/>
            <a:t>: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Dễ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dàng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tích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hợp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thêm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các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bộ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luật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mới</a:t>
          </a:r>
          <a:r>
            <a:rPr lang="en-US" sz="1400" b="0" i="0" kern="1200" baseline="0" dirty="0"/>
            <a:t> (</a:t>
          </a:r>
          <a:r>
            <a:rPr lang="en-US" sz="1400" b="0" i="0" kern="1200" baseline="0" dirty="0" err="1"/>
            <a:t>ví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dụ</a:t>
          </a:r>
          <a:r>
            <a:rPr lang="en-US" sz="1400" b="0" i="0" kern="1200" baseline="0" dirty="0"/>
            <a:t>: </a:t>
          </a:r>
          <a:r>
            <a:rPr lang="en-US" sz="1400" b="0" i="0" kern="1200" baseline="0" dirty="0" err="1"/>
            <a:t>Luật</a:t>
          </a:r>
          <a:r>
            <a:rPr lang="en-US" sz="1400" b="0" i="0" kern="1200" baseline="0" dirty="0"/>
            <a:t> An </a:t>
          </a:r>
          <a:r>
            <a:rPr lang="en-US" sz="1400" b="0" i="0" kern="1200" baseline="0" dirty="0" err="1"/>
            <a:t>ninh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mạng</a:t>
          </a:r>
          <a:r>
            <a:rPr lang="en-US" sz="1400" b="0" i="0" kern="1200" baseline="0" dirty="0"/>
            <a:t> VN) </a:t>
          </a:r>
          <a:r>
            <a:rPr lang="en-US" sz="1400" b="0" i="0" kern="1200" baseline="0" dirty="0" err="1"/>
            <a:t>bằng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cách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cập</a:t>
          </a:r>
          <a:r>
            <a:rPr lang="en-US" sz="1400" b="0" i="0" kern="1200" baseline="0" dirty="0"/>
            <a:t> </a:t>
          </a:r>
          <a:r>
            <a:rPr lang="en-US" sz="1400" b="0" i="0" kern="1200" baseline="0" dirty="0" err="1"/>
            <a:t>nhật</a:t>
          </a:r>
          <a:r>
            <a:rPr lang="en-US" sz="1400" b="0" i="0" kern="1200" baseline="0" dirty="0"/>
            <a:t> Prompt.</a:t>
          </a:r>
          <a:endParaRPr lang="en-US" sz="1400" kern="1200" dirty="0"/>
        </a:p>
      </dsp:txBody>
      <dsp:txXfrm>
        <a:off x="7481251" y="1518025"/>
        <a:ext cx="2122031" cy="868285"/>
      </dsp:txXfrm>
    </dsp:sp>
    <dsp:sp modelId="{7749CEB4-92F1-4ABB-96CE-74389E079F33}">
      <dsp:nvSpPr>
        <dsp:cNvPr id="0" name=""/>
        <dsp:cNvSpPr/>
      </dsp:nvSpPr>
      <dsp:spPr>
        <a:xfrm>
          <a:off x="7481251" y="2425126"/>
          <a:ext cx="2122031" cy="207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6DDB24-D925-40C8-AC45-6310DE7EE14A}">
      <dsp:nvSpPr>
        <dsp:cNvPr id="0" name=""/>
        <dsp:cNvSpPr/>
      </dsp:nvSpPr>
      <dsp:spPr>
        <a:xfrm>
          <a:off x="750" y="38282"/>
          <a:ext cx="3038884" cy="364666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174" tIns="0" rIns="300174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200" kern="1200"/>
            <a:t>Sử dụng </a:t>
          </a:r>
          <a:r>
            <a:rPr lang="vi-VN" sz="2200" b="1" kern="1200"/>
            <a:t>Docker Compose</a:t>
          </a:r>
          <a:r>
            <a:rPr lang="vi-VN" sz="2200" kern="1200"/>
            <a:t> để quản lý môi trường phát triển nhất quán.</a:t>
          </a:r>
          <a:endParaRPr lang="en-US" sz="2200" kern="1200"/>
        </a:p>
      </dsp:txBody>
      <dsp:txXfrm>
        <a:off x="750" y="1496947"/>
        <a:ext cx="3038884" cy="2187996"/>
      </dsp:txXfrm>
    </dsp:sp>
    <dsp:sp modelId="{6CAA1C26-49FD-4594-943B-C202AB218B72}">
      <dsp:nvSpPr>
        <dsp:cNvPr id="0" name=""/>
        <dsp:cNvSpPr/>
      </dsp:nvSpPr>
      <dsp:spPr>
        <a:xfrm>
          <a:off x="750" y="38282"/>
          <a:ext cx="3038884" cy="1458664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174" tIns="165100" rIns="3001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750" y="38282"/>
        <a:ext cx="3038884" cy="1458664"/>
      </dsp:txXfrm>
    </dsp:sp>
    <dsp:sp modelId="{B3CC45E4-C03F-4EB7-A824-7C1C7FFBB149}">
      <dsp:nvSpPr>
        <dsp:cNvPr id="0" name=""/>
        <dsp:cNvSpPr/>
      </dsp:nvSpPr>
      <dsp:spPr>
        <a:xfrm>
          <a:off x="3282745" y="38282"/>
          <a:ext cx="3038884" cy="3646661"/>
        </a:xfrm>
        <a:prstGeom prst="rect">
          <a:avLst/>
        </a:prstGeom>
        <a:solidFill>
          <a:schemeClr val="accent2">
            <a:hueOff val="-1696488"/>
            <a:satOff val="5592"/>
            <a:lumOff val="5981"/>
            <a:alphaOff val="0"/>
          </a:schemeClr>
        </a:solidFill>
        <a:ln w="15875" cap="flat" cmpd="sng" algn="ctr">
          <a:solidFill>
            <a:schemeClr val="accent2">
              <a:hueOff val="-1696488"/>
              <a:satOff val="5592"/>
              <a:lumOff val="59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174" tIns="0" rIns="300174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200" b="1" kern="1200"/>
            <a:t>PostgreSQL 15-alpine</a:t>
          </a:r>
          <a:r>
            <a:rPr lang="vi-VN" sz="2200" kern="1200"/>
            <a:t>: Lựa chọn tối ưu về hiệu suất và dung lượng.</a:t>
          </a:r>
          <a:endParaRPr lang="en-US" sz="2200" kern="1200"/>
        </a:p>
      </dsp:txBody>
      <dsp:txXfrm>
        <a:off x="3282745" y="1496947"/>
        <a:ext cx="3038884" cy="2187996"/>
      </dsp:txXfrm>
    </dsp:sp>
    <dsp:sp modelId="{200DDC02-D9B7-4F6E-81B6-038B2C24F8E9}">
      <dsp:nvSpPr>
        <dsp:cNvPr id="0" name=""/>
        <dsp:cNvSpPr/>
      </dsp:nvSpPr>
      <dsp:spPr>
        <a:xfrm>
          <a:off x="3282745" y="38282"/>
          <a:ext cx="3038884" cy="1458664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174" tIns="165100" rIns="3001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282745" y="38282"/>
        <a:ext cx="3038884" cy="1458664"/>
      </dsp:txXfrm>
    </dsp:sp>
    <dsp:sp modelId="{EA644A6F-5DEC-4FD6-B951-E4603AAE8AB9}">
      <dsp:nvSpPr>
        <dsp:cNvPr id="0" name=""/>
        <dsp:cNvSpPr/>
      </dsp:nvSpPr>
      <dsp:spPr>
        <a:xfrm>
          <a:off x="6564740" y="38282"/>
          <a:ext cx="3038884" cy="3646661"/>
        </a:xfrm>
        <a:prstGeom prst="rect">
          <a:avLst/>
        </a:prstGeom>
        <a:solidFill>
          <a:schemeClr val="accent2">
            <a:hueOff val="-3392975"/>
            <a:satOff val="11185"/>
            <a:lumOff val="11961"/>
            <a:alphaOff val="0"/>
          </a:schemeClr>
        </a:solidFill>
        <a:ln w="15875" cap="flat" cmpd="sng" algn="ctr">
          <a:solidFill>
            <a:schemeClr val="accent2">
              <a:hueOff val="-3392975"/>
              <a:satOff val="11185"/>
              <a:lumOff val="11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174" tIns="0" rIns="300174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Data Persistence</a:t>
          </a:r>
          <a:r>
            <a:rPr lang="en-US" sz="2200" kern="1200"/>
            <a:t>: Cấu hình </a:t>
          </a:r>
          <a:r>
            <a:rPr lang="en-US" sz="2200" i="1" kern="1200"/>
            <a:t>Named Volumes</a:t>
          </a:r>
          <a:r>
            <a:rPr lang="en-US" sz="2200" kern="1200"/>
            <a:t> để đảm bảo dữ liệu không bị mất khi container khởi động lại.</a:t>
          </a:r>
        </a:p>
      </dsp:txBody>
      <dsp:txXfrm>
        <a:off x="6564740" y="1496947"/>
        <a:ext cx="3038884" cy="2187996"/>
      </dsp:txXfrm>
    </dsp:sp>
    <dsp:sp modelId="{280A2227-98D3-43CE-8DF8-67AAAB2B2F92}">
      <dsp:nvSpPr>
        <dsp:cNvPr id="0" name=""/>
        <dsp:cNvSpPr/>
      </dsp:nvSpPr>
      <dsp:spPr>
        <a:xfrm>
          <a:off x="6564740" y="38282"/>
          <a:ext cx="3038884" cy="1458664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174" tIns="165100" rIns="3001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6564740" y="38282"/>
        <a:ext cx="3038884" cy="14586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D5195-8AEE-45B7-80B1-4776CFE9048C}">
      <dsp:nvSpPr>
        <dsp:cNvPr id="0" name=""/>
        <dsp:cNvSpPr/>
      </dsp:nvSpPr>
      <dsp:spPr>
        <a:xfrm>
          <a:off x="0" y="454"/>
          <a:ext cx="9604375" cy="10635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0B283F-E3EA-4262-B0FC-A3B879E23AD9}">
      <dsp:nvSpPr>
        <dsp:cNvPr id="0" name=""/>
        <dsp:cNvSpPr/>
      </dsp:nvSpPr>
      <dsp:spPr>
        <a:xfrm>
          <a:off x="321714" y="239746"/>
          <a:ext cx="584935" cy="5849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E6204-D755-47B8-B41B-143D59CF738B}">
      <dsp:nvSpPr>
        <dsp:cNvPr id="0" name=""/>
        <dsp:cNvSpPr/>
      </dsp:nvSpPr>
      <dsp:spPr>
        <a:xfrm>
          <a:off x="1228364" y="454"/>
          <a:ext cx="8376010" cy="1063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56" tIns="112556" rIns="112556" bIns="1125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Users</a:t>
          </a:r>
          <a:r>
            <a:rPr lang="en-US" sz="2500" kern="1200"/>
            <a:t>: Quản lý thông tin định danh (ID, FullName, Email, Role).</a:t>
          </a:r>
        </a:p>
      </dsp:txBody>
      <dsp:txXfrm>
        <a:off x="1228364" y="454"/>
        <a:ext cx="8376010" cy="1063519"/>
      </dsp:txXfrm>
    </dsp:sp>
    <dsp:sp modelId="{AE151EF2-7CE1-49AA-BC67-C2E3F111C717}">
      <dsp:nvSpPr>
        <dsp:cNvPr id="0" name=""/>
        <dsp:cNvSpPr/>
      </dsp:nvSpPr>
      <dsp:spPr>
        <a:xfrm>
          <a:off x="0" y="1329853"/>
          <a:ext cx="9604375" cy="10635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391D3E-5ADE-4358-B5BF-650D8A6C603B}">
      <dsp:nvSpPr>
        <dsp:cNvPr id="0" name=""/>
        <dsp:cNvSpPr/>
      </dsp:nvSpPr>
      <dsp:spPr>
        <a:xfrm>
          <a:off x="321714" y="1569145"/>
          <a:ext cx="584935" cy="5849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898DB-510F-43AD-ADF8-8BC8549F931D}">
      <dsp:nvSpPr>
        <dsp:cNvPr id="0" name=""/>
        <dsp:cNvSpPr/>
      </dsp:nvSpPr>
      <dsp:spPr>
        <a:xfrm>
          <a:off x="1228364" y="1329853"/>
          <a:ext cx="8376010" cy="1063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56" tIns="112556" rIns="112556" bIns="1125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500" b="1" kern="1200"/>
            <a:t>Documents</a:t>
          </a:r>
          <a:r>
            <a:rPr lang="vi-VN" sz="2500" kern="1200"/>
            <a:t>: Lưu trữ Metadata của tệp tin (FileName, FilePath, UploadedAt).</a:t>
          </a:r>
          <a:endParaRPr lang="en-US" sz="2500" kern="1200"/>
        </a:p>
      </dsp:txBody>
      <dsp:txXfrm>
        <a:off x="1228364" y="1329853"/>
        <a:ext cx="8376010" cy="1063519"/>
      </dsp:txXfrm>
    </dsp:sp>
    <dsp:sp modelId="{27B261F2-61D2-4970-B7AE-A630C499837D}">
      <dsp:nvSpPr>
        <dsp:cNvPr id="0" name=""/>
        <dsp:cNvSpPr/>
      </dsp:nvSpPr>
      <dsp:spPr>
        <a:xfrm>
          <a:off x="0" y="2659253"/>
          <a:ext cx="9604375" cy="10635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4F165-106B-4C9A-9DA3-59A1674F64DE}">
      <dsp:nvSpPr>
        <dsp:cNvPr id="0" name=""/>
        <dsp:cNvSpPr/>
      </dsp:nvSpPr>
      <dsp:spPr>
        <a:xfrm>
          <a:off x="321714" y="2898544"/>
          <a:ext cx="584935" cy="5849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55004-3683-4C54-99B9-AD3695B5201D}">
      <dsp:nvSpPr>
        <dsp:cNvPr id="0" name=""/>
        <dsp:cNvSpPr/>
      </dsp:nvSpPr>
      <dsp:spPr>
        <a:xfrm>
          <a:off x="1228364" y="2659253"/>
          <a:ext cx="8376010" cy="1063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556" tIns="112556" rIns="112556" bIns="1125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Status Management</a:t>
          </a:r>
          <a:r>
            <a:rPr lang="en-US" sz="2500" kern="1200"/>
            <a:t>: Thiết lập trạng thái mặc định là Pending để chuẩn bị cho luồng xử lý AI bất đồng bộ.</a:t>
          </a:r>
        </a:p>
      </dsp:txBody>
      <dsp:txXfrm>
        <a:off x="1228364" y="2659253"/>
        <a:ext cx="8376010" cy="10635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B4D0CA-311A-49C7-9E81-647E5B75787D}">
      <dsp:nvSpPr>
        <dsp:cNvPr id="0" name=""/>
        <dsp:cNvSpPr/>
      </dsp:nvSpPr>
      <dsp:spPr>
        <a:xfrm>
          <a:off x="0" y="753526"/>
          <a:ext cx="5913437" cy="139112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38EA16-8773-4CDF-8F67-8CB69BCC8DD0}">
      <dsp:nvSpPr>
        <dsp:cNvPr id="0" name=""/>
        <dsp:cNvSpPr/>
      </dsp:nvSpPr>
      <dsp:spPr>
        <a:xfrm>
          <a:off x="420815" y="1066530"/>
          <a:ext cx="765119" cy="7651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97D216-3FF4-4362-B411-8CB079BF7D44}">
      <dsp:nvSpPr>
        <dsp:cNvPr id="0" name=""/>
        <dsp:cNvSpPr/>
      </dsp:nvSpPr>
      <dsp:spPr>
        <a:xfrm>
          <a:off x="1606750" y="753526"/>
          <a:ext cx="4306686" cy="1391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228" tIns="147228" rIns="147228" bIns="14722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ASP.NET Core 9 Web API</a:t>
          </a:r>
          <a:r>
            <a:rPr lang="en-US" sz="2100" b="0" i="0" kern="1200" baseline="0"/>
            <a:t>: Tận dụng hiệu suất mới nhất từ Microsoft.</a:t>
          </a:r>
          <a:endParaRPr lang="en-US" sz="2100" kern="1200"/>
        </a:p>
      </dsp:txBody>
      <dsp:txXfrm>
        <a:off x="1606750" y="753526"/>
        <a:ext cx="4306686" cy="1391126"/>
      </dsp:txXfrm>
    </dsp:sp>
    <dsp:sp modelId="{3DE20ECF-CD10-417E-8125-0909550F09B2}">
      <dsp:nvSpPr>
        <dsp:cNvPr id="0" name=""/>
        <dsp:cNvSpPr/>
      </dsp:nvSpPr>
      <dsp:spPr>
        <a:xfrm>
          <a:off x="0" y="2492434"/>
          <a:ext cx="5913437" cy="13911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4E5E14-D2C0-4607-8725-A6059D12347F}">
      <dsp:nvSpPr>
        <dsp:cNvPr id="0" name=""/>
        <dsp:cNvSpPr/>
      </dsp:nvSpPr>
      <dsp:spPr>
        <a:xfrm>
          <a:off x="420815" y="2805438"/>
          <a:ext cx="765119" cy="7651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9B1778-9741-4B94-A643-54B5D5C8F8C6}">
      <dsp:nvSpPr>
        <dsp:cNvPr id="0" name=""/>
        <dsp:cNvSpPr/>
      </dsp:nvSpPr>
      <dsp:spPr>
        <a:xfrm>
          <a:off x="1606750" y="2492434"/>
          <a:ext cx="4306686" cy="1391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228" tIns="147228" rIns="147228" bIns="14722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Entity Framework Core (EF Core)</a:t>
          </a:r>
          <a:r>
            <a:rPr lang="en-US" sz="2100" b="0" i="0" kern="1200" baseline="0"/>
            <a:t>: Sử dụng phương pháp </a:t>
          </a:r>
          <a:r>
            <a:rPr lang="en-US" sz="2100" b="0" i="1" kern="1200" baseline="0"/>
            <a:t>Code-First</a:t>
          </a:r>
          <a:r>
            <a:rPr lang="en-US" sz="2100" b="0" i="0" kern="1200" baseline="0"/>
            <a:t> để quản lý Database Migration.</a:t>
          </a:r>
          <a:endParaRPr lang="en-US" sz="2100" kern="1200"/>
        </a:p>
      </dsp:txBody>
      <dsp:txXfrm>
        <a:off x="1606750" y="2492434"/>
        <a:ext cx="4306686" cy="139112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5EE021-CD40-4990-9FDB-36048AAC6740}">
      <dsp:nvSpPr>
        <dsp:cNvPr id="0" name=""/>
        <dsp:cNvSpPr/>
      </dsp:nvSpPr>
      <dsp:spPr>
        <a:xfrm>
          <a:off x="0" y="753526"/>
          <a:ext cx="5913437" cy="139112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6DA9DB-E412-48A9-BA7F-153DAB1D08BA}">
      <dsp:nvSpPr>
        <dsp:cNvPr id="0" name=""/>
        <dsp:cNvSpPr/>
      </dsp:nvSpPr>
      <dsp:spPr>
        <a:xfrm>
          <a:off x="420815" y="1066530"/>
          <a:ext cx="765119" cy="7651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80099-C136-462E-9C84-BADF7DB8548E}">
      <dsp:nvSpPr>
        <dsp:cNvPr id="0" name=""/>
        <dsp:cNvSpPr/>
      </dsp:nvSpPr>
      <dsp:spPr>
        <a:xfrm>
          <a:off x="1606750" y="753526"/>
          <a:ext cx="4306686" cy="1391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228" tIns="147228" rIns="147228" bIns="14722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Tách biệt mã nguồn và dữ liệu lưu trữ (InternalStorage/Documents).</a:t>
          </a:r>
          <a:endParaRPr lang="en-US" sz="2500" kern="1200"/>
        </a:p>
      </dsp:txBody>
      <dsp:txXfrm>
        <a:off x="1606750" y="753526"/>
        <a:ext cx="4306686" cy="1391126"/>
      </dsp:txXfrm>
    </dsp:sp>
    <dsp:sp modelId="{53F800E9-328A-45E9-ADC3-AD1985E71274}">
      <dsp:nvSpPr>
        <dsp:cNvPr id="0" name=""/>
        <dsp:cNvSpPr/>
      </dsp:nvSpPr>
      <dsp:spPr>
        <a:xfrm>
          <a:off x="0" y="2492434"/>
          <a:ext cx="5913437" cy="13911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490D70-375F-4330-AC7B-4DC9E4F40D10}">
      <dsp:nvSpPr>
        <dsp:cNvPr id="0" name=""/>
        <dsp:cNvSpPr/>
      </dsp:nvSpPr>
      <dsp:spPr>
        <a:xfrm>
          <a:off x="420815" y="2805438"/>
          <a:ext cx="765119" cy="7651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5ECABD-98A5-4D28-8283-8FF2E817E10D}">
      <dsp:nvSpPr>
        <dsp:cNvPr id="0" name=""/>
        <dsp:cNvSpPr/>
      </dsp:nvSpPr>
      <dsp:spPr>
        <a:xfrm>
          <a:off x="1606750" y="2492434"/>
          <a:ext cx="4306686" cy="1391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228" tIns="147228" rIns="147228" bIns="14722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Quản lý cấu hình linh hoạt qua appsettings.json (LocalPath, ConnectionStrings).</a:t>
          </a:r>
          <a:endParaRPr lang="en-US" sz="2500" kern="1200"/>
        </a:p>
      </dsp:txBody>
      <dsp:txXfrm>
        <a:off x="1606750" y="2492434"/>
        <a:ext cx="4306686" cy="139112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8AA9AB-F2AB-4952-964D-B0C6F93B210E}">
      <dsp:nvSpPr>
        <dsp:cNvPr id="0" name=""/>
        <dsp:cNvSpPr/>
      </dsp:nvSpPr>
      <dsp:spPr>
        <a:xfrm>
          <a:off x="0" y="496403"/>
          <a:ext cx="5913437" cy="1776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Dependency Injection (DI): Tiêm DbContext và Configuration vào Controller để tối ưu tài nguyên.</a:t>
          </a:r>
          <a:endParaRPr lang="en-US" sz="3200" kern="1200"/>
        </a:p>
      </dsp:txBody>
      <dsp:txXfrm>
        <a:off x="86700" y="583103"/>
        <a:ext cx="5740037" cy="1602660"/>
      </dsp:txXfrm>
    </dsp:sp>
    <dsp:sp modelId="{DFFA83DF-4F3E-4370-87E3-58D03E4C3643}">
      <dsp:nvSpPr>
        <dsp:cNvPr id="0" name=""/>
        <dsp:cNvSpPr/>
      </dsp:nvSpPr>
      <dsp:spPr>
        <a:xfrm>
          <a:off x="0" y="2364624"/>
          <a:ext cx="5913437" cy="1776060"/>
        </a:xfrm>
        <a:prstGeom prst="roundRec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Xử lý bất đồng bộ (async/await) để tối ưu khả năng chịu tải của Server khi nhận tệp tin lớn.)</a:t>
          </a:r>
          <a:endParaRPr lang="en-US" sz="3200" kern="1200"/>
        </a:p>
      </dsp:txBody>
      <dsp:txXfrm>
        <a:off x="86700" y="2451324"/>
        <a:ext cx="5740037" cy="160266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B4D0CA-311A-49C7-9E81-647E5B75787D}">
      <dsp:nvSpPr>
        <dsp:cNvPr id="0" name=""/>
        <dsp:cNvSpPr/>
      </dsp:nvSpPr>
      <dsp:spPr>
        <a:xfrm>
          <a:off x="0" y="1431"/>
          <a:ext cx="9604375" cy="7256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38EA16-8773-4CDF-8F67-8CB69BCC8DD0}">
      <dsp:nvSpPr>
        <dsp:cNvPr id="0" name=""/>
        <dsp:cNvSpPr/>
      </dsp:nvSpPr>
      <dsp:spPr>
        <a:xfrm>
          <a:off x="219505" y="164700"/>
          <a:ext cx="399100" cy="3991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97D216-3FF4-4362-B411-8CB079BF7D44}">
      <dsp:nvSpPr>
        <dsp:cNvPr id="0" name=""/>
        <dsp:cNvSpPr/>
      </dsp:nvSpPr>
      <dsp:spPr>
        <a:xfrm>
          <a:off x="838110" y="1431"/>
          <a:ext cx="8766264" cy="725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97" tIns="76797" rIns="76797" bIns="7679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Validation</a:t>
          </a:r>
          <a:r>
            <a:rPr lang="en-US" sz="2000" kern="1200"/>
            <a:t>: Kiểm tra tính hợp lệ và định dạng tệp tin từ Client.</a:t>
          </a:r>
        </a:p>
      </dsp:txBody>
      <dsp:txXfrm>
        <a:off x="838110" y="1431"/>
        <a:ext cx="8766264" cy="725636"/>
      </dsp:txXfrm>
    </dsp:sp>
    <dsp:sp modelId="{3B71A890-9793-4783-AF13-D3DBB34E2C42}">
      <dsp:nvSpPr>
        <dsp:cNvPr id="0" name=""/>
        <dsp:cNvSpPr/>
      </dsp:nvSpPr>
      <dsp:spPr>
        <a:xfrm>
          <a:off x="0" y="908477"/>
          <a:ext cx="9604375" cy="7256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14CC6-DCAF-4FA3-BB12-41C79AB9F8BA}">
      <dsp:nvSpPr>
        <dsp:cNvPr id="0" name=""/>
        <dsp:cNvSpPr/>
      </dsp:nvSpPr>
      <dsp:spPr>
        <a:xfrm>
          <a:off x="219505" y="1071745"/>
          <a:ext cx="399100" cy="3991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2E9B1-62AD-42B1-BEF4-89BD315BA2A8}">
      <dsp:nvSpPr>
        <dsp:cNvPr id="0" name=""/>
        <dsp:cNvSpPr/>
      </dsp:nvSpPr>
      <dsp:spPr>
        <a:xfrm>
          <a:off x="838110" y="908477"/>
          <a:ext cx="8766264" cy="725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97" tIns="76797" rIns="76797" bIns="7679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Unique Naming</a:t>
          </a:r>
          <a:r>
            <a:rPr lang="en-US" sz="2000" kern="1200"/>
            <a:t>: Chuyển đổi tên tệp gốc sang </a:t>
          </a:r>
          <a:r>
            <a:rPr lang="en-US" sz="2000" b="1" kern="1200"/>
            <a:t>GUID</a:t>
          </a:r>
          <a:r>
            <a:rPr lang="en-US" sz="2000" kern="1200"/>
            <a:t> (Globally Unique Identifier) để tránh trùng lặp và ngăn chặn tấn công </a:t>
          </a:r>
          <a:r>
            <a:rPr lang="en-US" sz="2000" i="1" kern="1200"/>
            <a:t>Path Traversal</a:t>
          </a:r>
          <a:r>
            <a:rPr lang="en-US" sz="2000" kern="1200"/>
            <a:t>.</a:t>
          </a:r>
        </a:p>
      </dsp:txBody>
      <dsp:txXfrm>
        <a:off x="838110" y="908477"/>
        <a:ext cx="8766264" cy="725636"/>
      </dsp:txXfrm>
    </dsp:sp>
    <dsp:sp modelId="{3CE324B6-5963-4F51-845A-A74424A3A387}">
      <dsp:nvSpPr>
        <dsp:cNvPr id="0" name=""/>
        <dsp:cNvSpPr/>
      </dsp:nvSpPr>
      <dsp:spPr>
        <a:xfrm>
          <a:off x="0" y="1815523"/>
          <a:ext cx="9604375" cy="7256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16A115-B354-4583-A513-B958CBFF4BCA}">
      <dsp:nvSpPr>
        <dsp:cNvPr id="0" name=""/>
        <dsp:cNvSpPr/>
      </dsp:nvSpPr>
      <dsp:spPr>
        <a:xfrm>
          <a:off x="219505" y="1978791"/>
          <a:ext cx="399100" cy="3991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7F9AE-9A6C-4C4F-BE1C-26759AD4CA96}">
      <dsp:nvSpPr>
        <dsp:cNvPr id="0" name=""/>
        <dsp:cNvSpPr/>
      </dsp:nvSpPr>
      <dsp:spPr>
        <a:xfrm>
          <a:off x="838110" y="1815523"/>
          <a:ext cx="8766264" cy="725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97" tIns="76797" rIns="76797" bIns="7679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000" b="1" kern="1200"/>
            <a:t>Physical Storage</a:t>
          </a:r>
          <a:r>
            <a:rPr lang="vi-VN" sz="2000" kern="1200"/>
            <a:t>: Lưu tệp vật lý trực tiếp vào hệ thống lưu trữ nội bộ (Local Storage).</a:t>
          </a:r>
        </a:p>
      </dsp:txBody>
      <dsp:txXfrm>
        <a:off x="838110" y="1815523"/>
        <a:ext cx="8766264" cy="725636"/>
      </dsp:txXfrm>
    </dsp:sp>
    <dsp:sp modelId="{3DA7DE86-1C26-4DE3-8C94-54CCCF64D6D1}">
      <dsp:nvSpPr>
        <dsp:cNvPr id="0" name=""/>
        <dsp:cNvSpPr/>
      </dsp:nvSpPr>
      <dsp:spPr>
        <a:xfrm>
          <a:off x="0" y="2722569"/>
          <a:ext cx="9604375" cy="7256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8F54BE-5DA3-4289-98FD-800A6AA768A3}">
      <dsp:nvSpPr>
        <dsp:cNvPr id="0" name=""/>
        <dsp:cNvSpPr/>
      </dsp:nvSpPr>
      <dsp:spPr>
        <a:xfrm>
          <a:off x="219505" y="2885837"/>
          <a:ext cx="399100" cy="3991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D8EDB-F52B-4DF3-95CE-46D86F53FA02}">
      <dsp:nvSpPr>
        <dsp:cNvPr id="0" name=""/>
        <dsp:cNvSpPr/>
      </dsp:nvSpPr>
      <dsp:spPr>
        <a:xfrm>
          <a:off x="838110" y="2722569"/>
          <a:ext cx="8766264" cy="725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97" tIns="76797" rIns="76797" bIns="7679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Database Mapping</a:t>
          </a:r>
          <a:r>
            <a:rPr lang="en-US" sz="2000" kern="1200"/>
            <a:t>: Ghi nhận thông tin vào Postgres để đồng bộ hóa trạng thái giữa file và ứng dụng.</a:t>
          </a:r>
        </a:p>
      </dsp:txBody>
      <dsp:txXfrm>
        <a:off x="838110" y="2722569"/>
        <a:ext cx="8766264" cy="72563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8C5318-1DFC-43DE-8E35-739AD8FEE6B3}">
      <dsp:nvSpPr>
        <dsp:cNvPr id="0" name=""/>
        <dsp:cNvSpPr/>
      </dsp:nvSpPr>
      <dsp:spPr>
        <a:xfrm>
          <a:off x="0" y="26063"/>
          <a:ext cx="5913437" cy="2246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Không lưu trữ tệp tin trên dịch vụ bên thứ ba (đảm bảo tính riêng tư cho dữ liệu Compliance).</a:t>
          </a:r>
          <a:endParaRPr lang="en-US" sz="3200" kern="1200"/>
        </a:p>
      </dsp:txBody>
      <dsp:txXfrm>
        <a:off x="109660" y="135723"/>
        <a:ext cx="5694117" cy="2027080"/>
      </dsp:txXfrm>
    </dsp:sp>
    <dsp:sp modelId="{46C8AF7B-474B-4F24-BAB8-69E41B4F9115}">
      <dsp:nvSpPr>
        <dsp:cNvPr id="0" name=""/>
        <dsp:cNvSpPr/>
      </dsp:nvSpPr>
      <dsp:spPr>
        <a:xfrm>
          <a:off x="0" y="2364624"/>
          <a:ext cx="5913437" cy="2246400"/>
        </a:xfrm>
        <a:prstGeom prst="roundRec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Kiểm soát chặt chẽ đường dẫn lưu trữ thông qua cấu hình hệ thống.</a:t>
          </a:r>
          <a:endParaRPr lang="en-US" sz="3200" kern="1200"/>
        </a:p>
      </dsp:txBody>
      <dsp:txXfrm>
        <a:off x="109660" y="2474284"/>
        <a:ext cx="5694117" cy="202708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D2ED2F-DEBE-4EC7-B08B-0CD566663171}">
      <dsp:nvSpPr>
        <dsp:cNvPr id="0" name=""/>
        <dsp:cNvSpPr/>
      </dsp:nvSpPr>
      <dsp:spPr>
        <a:xfrm>
          <a:off x="1172" y="138496"/>
          <a:ext cx="4115155" cy="26131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67B82B-BF98-4421-A5CF-B4CEB36A0C28}">
      <dsp:nvSpPr>
        <dsp:cNvPr id="0" name=""/>
        <dsp:cNvSpPr/>
      </dsp:nvSpPr>
      <dsp:spPr>
        <a:xfrm>
          <a:off x="458411" y="572873"/>
          <a:ext cx="4115155" cy="26131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1" kern="1200" baseline="0"/>
            <a:t>Vấn đề:</a:t>
          </a:r>
          <a:r>
            <a:rPr lang="en-US" sz="2700" b="0" i="0" kern="1200" baseline="0"/>
            <a:t> Lỗi khi lưu Document mà chưa có thông tin User.</a:t>
          </a:r>
          <a:endParaRPr lang="en-US" sz="2700" kern="1200"/>
        </a:p>
      </dsp:txBody>
      <dsp:txXfrm>
        <a:off x="534947" y="649409"/>
        <a:ext cx="3962083" cy="2460051"/>
      </dsp:txXfrm>
    </dsp:sp>
    <dsp:sp modelId="{60E0B147-0CFA-4534-8889-D12DB0AA6746}">
      <dsp:nvSpPr>
        <dsp:cNvPr id="0" name=""/>
        <dsp:cNvSpPr/>
      </dsp:nvSpPr>
      <dsp:spPr>
        <a:xfrm>
          <a:off x="5030807" y="138496"/>
          <a:ext cx="4115155" cy="26131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BEB17AB-7E46-401F-9E38-E038C306453F}">
      <dsp:nvSpPr>
        <dsp:cNvPr id="0" name=""/>
        <dsp:cNvSpPr/>
      </dsp:nvSpPr>
      <dsp:spPr>
        <a:xfrm>
          <a:off x="5488046" y="572873"/>
          <a:ext cx="4115155" cy="26131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1" kern="1200" baseline="0"/>
            <a:t>Giải pháp:</a:t>
          </a:r>
          <a:r>
            <a:rPr lang="en-US" sz="2700" b="0" i="0" kern="1200" baseline="0"/>
            <a:t> Triển khai </a:t>
          </a:r>
          <a:r>
            <a:rPr lang="en-US" sz="2700" b="1" i="0" kern="1200" baseline="0"/>
            <a:t>Seed Data</a:t>
          </a:r>
          <a:r>
            <a:rPr lang="en-US" sz="2700" b="0" i="0" kern="1200" baseline="0"/>
            <a:t> (User mặc định) để đảm bảo tính toàn vẹn dữ liệu trong giai đoạn phát triển module.</a:t>
          </a:r>
          <a:endParaRPr lang="en-US" sz="2700" kern="1200"/>
        </a:p>
      </dsp:txBody>
      <dsp:txXfrm>
        <a:off x="5564582" y="649409"/>
        <a:ext cx="3962083" cy="246005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25B2CE-57EE-4F3F-BF0C-E1D28D994400}">
      <dsp:nvSpPr>
        <dsp:cNvPr id="0" name=""/>
        <dsp:cNvSpPr/>
      </dsp:nvSpPr>
      <dsp:spPr>
        <a:xfrm>
          <a:off x="1172" y="138496"/>
          <a:ext cx="4115155" cy="26131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BEF205-A7A3-40BD-9D57-E7E46E2EE2AB}">
      <dsp:nvSpPr>
        <dsp:cNvPr id="0" name=""/>
        <dsp:cNvSpPr/>
      </dsp:nvSpPr>
      <dsp:spPr>
        <a:xfrm>
          <a:off x="458411" y="572873"/>
          <a:ext cx="4115155" cy="26131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1" kern="1200" baseline="0" dirty="0" err="1"/>
            <a:t>Vấn</a:t>
          </a:r>
          <a:r>
            <a:rPr lang="en-US" sz="2700" b="0" i="1" kern="1200" baseline="0" dirty="0"/>
            <a:t> </a:t>
          </a:r>
          <a:r>
            <a:rPr lang="en-US" sz="2700" b="0" i="1" kern="1200" baseline="0" dirty="0" err="1"/>
            <a:t>đề</a:t>
          </a:r>
          <a:r>
            <a:rPr lang="en-US" sz="2700" b="0" i="1" kern="1200" baseline="0" dirty="0"/>
            <a:t>: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Sự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khác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biệt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giữa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đặt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tên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trong</a:t>
          </a:r>
          <a:r>
            <a:rPr lang="en-US" sz="2700" b="0" i="0" kern="1200" baseline="0" dirty="0"/>
            <a:t> C# (</a:t>
          </a:r>
          <a:r>
            <a:rPr lang="en-US" sz="2700" b="0" i="0" kern="1200" baseline="0" dirty="0" err="1"/>
            <a:t>PascalCase</a:t>
          </a:r>
          <a:r>
            <a:rPr lang="en-US" sz="2700" b="0" i="0" kern="1200" baseline="0" dirty="0"/>
            <a:t>) </a:t>
          </a:r>
          <a:r>
            <a:rPr lang="en-US" sz="2700" b="0" i="0" kern="1200" baseline="0" dirty="0" err="1"/>
            <a:t>và</a:t>
          </a:r>
          <a:r>
            <a:rPr lang="en-US" sz="2700" b="0" i="0" kern="1200" baseline="0" dirty="0"/>
            <a:t> PostgreSQL (</a:t>
          </a:r>
          <a:r>
            <a:rPr lang="en-US" sz="2700" b="0" i="0" kern="1200" baseline="0" dirty="0" err="1"/>
            <a:t>Snake_case</a:t>
          </a:r>
          <a:r>
            <a:rPr lang="en-US" sz="2700" b="0" i="0" kern="1200" baseline="0" dirty="0"/>
            <a:t>/</a:t>
          </a:r>
          <a:r>
            <a:rPr lang="en-US" sz="2700" b="0" i="0" kern="1200" baseline="0" dirty="0" err="1"/>
            <a:t>Lower_case</a:t>
          </a:r>
          <a:r>
            <a:rPr lang="en-US" sz="2700" b="0" i="0" kern="1200" baseline="0" dirty="0"/>
            <a:t>).</a:t>
          </a:r>
          <a:endParaRPr lang="en-US" sz="2700" kern="1200" dirty="0"/>
        </a:p>
      </dsp:txBody>
      <dsp:txXfrm>
        <a:off x="534947" y="649409"/>
        <a:ext cx="3962083" cy="2460051"/>
      </dsp:txXfrm>
    </dsp:sp>
    <dsp:sp modelId="{D8BC7813-34D7-457F-AF04-8227ADC68D02}">
      <dsp:nvSpPr>
        <dsp:cNvPr id="0" name=""/>
        <dsp:cNvSpPr/>
      </dsp:nvSpPr>
      <dsp:spPr>
        <a:xfrm>
          <a:off x="5030807" y="138496"/>
          <a:ext cx="4115155" cy="26131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83BDB15-4DCC-4499-83B7-A51680498DA2}">
      <dsp:nvSpPr>
        <dsp:cNvPr id="0" name=""/>
        <dsp:cNvSpPr/>
      </dsp:nvSpPr>
      <dsp:spPr>
        <a:xfrm>
          <a:off x="5488046" y="572873"/>
          <a:ext cx="4115155" cy="26131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1" kern="1200" baseline="0" dirty="0" err="1"/>
            <a:t>Giải</a:t>
          </a:r>
          <a:r>
            <a:rPr lang="en-US" sz="2700" b="0" i="1" kern="1200" baseline="0" dirty="0"/>
            <a:t> </a:t>
          </a:r>
          <a:r>
            <a:rPr lang="en-US" sz="2700" b="0" i="1" kern="1200" baseline="0" dirty="0" err="1"/>
            <a:t>pháp</a:t>
          </a:r>
          <a:r>
            <a:rPr lang="en-US" sz="2700" b="0" i="1" kern="1200" baseline="0" dirty="0"/>
            <a:t>: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Sử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dụng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information_schema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để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kiểm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tra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cấu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trúc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thực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tế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và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điều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chỉnh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câu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lệnh</a:t>
          </a:r>
          <a:r>
            <a:rPr lang="en-US" sz="2700" b="0" i="0" kern="1200" baseline="0" dirty="0"/>
            <a:t> SQL/Mapping </a:t>
          </a:r>
          <a:r>
            <a:rPr lang="en-US" sz="2700" b="0" i="0" kern="1200" baseline="0" dirty="0" err="1"/>
            <a:t>chính</a:t>
          </a:r>
          <a:r>
            <a:rPr lang="en-US" sz="2700" b="0" i="0" kern="1200" baseline="0" dirty="0"/>
            <a:t> </a:t>
          </a:r>
          <a:r>
            <a:rPr lang="en-US" sz="2700" b="0" i="0" kern="1200" baseline="0" dirty="0" err="1"/>
            <a:t>xác</a:t>
          </a:r>
          <a:r>
            <a:rPr lang="en-US" sz="2700" b="0" i="0" kern="1200" baseline="0" dirty="0"/>
            <a:t>.</a:t>
          </a:r>
          <a:endParaRPr lang="en-US" sz="2700" kern="1200" dirty="0"/>
        </a:p>
      </dsp:txBody>
      <dsp:txXfrm>
        <a:off x="5564582" y="649409"/>
        <a:ext cx="3962083" cy="246005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E9024-6316-4090-AD9F-14069FDB689A}">
      <dsp:nvSpPr>
        <dsp:cNvPr id="0" name=""/>
        <dsp:cNvSpPr/>
      </dsp:nvSpPr>
      <dsp:spPr>
        <a:xfrm>
          <a:off x="0" y="566"/>
          <a:ext cx="5913437" cy="13245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57FC18-9CE3-4FF3-B649-FC9F3EE997B8}">
      <dsp:nvSpPr>
        <dsp:cNvPr id="0" name=""/>
        <dsp:cNvSpPr/>
      </dsp:nvSpPr>
      <dsp:spPr>
        <a:xfrm>
          <a:off x="400679" y="298591"/>
          <a:ext cx="728507" cy="7285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832031-EF63-4680-B468-327AC5DC5F89}">
      <dsp:nvSpPr>
        <dsp:cNvPr id="0" name=""/>
        <dsp:cNvSpPr/>
      </dsp:nvSpPr>
      <dsp:spPr>
        <a:xfrm>
          <a:off x="1529865" y="566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Hệ thống Backend + Database hoàn chỉnh, hoạt động ổn định trên Docker.</a:t>
          </a:r>
          <a:endParaRPr lang="en-US" sz="2400" kern="1200"/>
        </a:p>
      </dsp:txBody>
      <dsp:txXfrm>
        <a:off x="1529865" y="566"/>
        <a:ext cx="4383571" cy="1324558"/>
      </dsp:txXfrm>
    </dsp:sp>
    <dsp:sp modelId="{A7D2BB8E-61EB-46F1-9810-F903292AFC1B}">
      <dsp:nvSpPr>
        <dsp:cNvPr id="0" name=""/>
        <dsp:cNvSpPr/>
      </dsp:nvSpPr>
      <dsp:spPr>
        <a:xfrm>
          <a:off x="0" y="1656264"/>
          <a:ext cx="5913437" cy="132455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FC70FB-E82C-4115-9EB8-666E1B765BEF}">
      <dsp:nvSpPr>
        <dsp:cNvPr id="0" name=""/>
        <dsp:cNvSpPr/>
      </dsp:nvSpPr>
      <dsp:spPr>
        <a:xfrm>
          <a:off x="400679" y="1954290"/>
          <a:ext cx="728507" cy="7285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535CF1-D60E-4573-A1C6-075389CB4DA3}">
      <dsp:nvSpPr>
        <dsp:cNvPr id="0" name=""/>
        <dsp:cNvSpPr/>
      </dsp:nvSpPr>
      <dsp:spPr>
        <a:xfrm>
          <a:off x="1529865" y="1656264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API Upload đạt chuẩn RESTful, tích hợp đầy đủ Swagger UI để kiểm thử.</a:t>
          </a:r>
          <a:endParaRPr lang="en-US" sz="2400" kern="1200"/>
        </a:p>
      </dsp:txBody>
      <dsp:txXfrm>
        <a:off x="1529865" y="1656264"/>
        <a:ext cx="4383571" cy="1324558"/>
      </dsp:txXfrm>
    </dsp:sp>
    <dsp:sp modelId="{194ED950-F178-4C78-B7F0-45374F6CCDDB}">
      <dsp:nvSpPr>
        <dsp:cNvPr id="0" name=""/>
        <dsp:cNvSpPr/>
      </dsp:nvSpPr>
      <dsp:spPr>
        <a:xfrm>
          <a:off x="0" y="3311963"/>
          <a:ext cx="5913437" cy="132455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7D338E-F436-4AAB-B14F-E00A2A1150AB}">
      <dsp:nvSpPr>
        <dsp:cNvPr id="0" name=""/>
        <dsp:cNvSpPr/>
      </dsp:nvSpPr>
      <dsp:spPr>
        <a:xfrm>
          <a:off x="400679" y="3609988"/>
          <a:ext cx="728507" cy="7285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23236D-4987-44EF-B7DC-2EFB71EEEF51}">
      <dsp:nvSpPr>
        <dsp:cNvPr id="0" name=""/>
        <dsp:cNvSpPr/>
      </dsp:nvSpPr>
      <dsp:spPr>
        <a:xfrm>
          <a:off x="1529865" y="3311963"/>
          <a:ext cx="4383571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Dữ liệu được lưu trữ chính xác cả ở dạng vật lý (File) và dạng logic (Database).</a:t>
          </a:r>
          <a:endParaRPr lang="en-US" sz="2400" kern="1200"/>
        </a:p>
      </dsp:txBody>
      <dsp:txXfrm>
        <a:off x="1529865" y="3311963"/>
        <a:ext cx="4383571" cy="13245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37BB4-1F75-4421-B729-FD54A2774D2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19F7F-4341-4E27-9136-98A7BCD9F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4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19F7F-4341-4E27-9136-98A7BCD9F1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1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300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520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630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497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92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361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5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262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649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88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08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DCD0C-42BB-4A27-9D6B-BC722FAB153D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FAFF495-C3CB-4D86-BC86-2250C9108D2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90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5513E21-21B0-48DB-8CF1-35E43B33A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6BDFFB06-5194-E488-FF62-576C5F1859B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3"/>
          <a:stretch>
            <a:fillRect/>
          </a:stretch>
        </p:blipFill>
        <p:spPr>
          <a:xfrm>
            <a:off x="20" y="10"/>
            <a:ext cx="12191675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C7DC5B-1468-C0B8-EA3B-33CC1BABF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6636" y="0"/>
            <a:ext cx="6247308" cy="4873558"/>
          </a:xfrm>
        </p:spPr>
        <p:txBody>
          <a:bodyPr anchor="ctr">
            <a:normAutofit/>
          </a:bodyPr>
          <a:lstStyle/>
          <a:p>
            <a:r>
              <a:rPr lang="en-US" sz="4800" dirty="0"/>
              <a:t>AI-Powered Compliance Report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1603A-4FF4-1D6C-21C8-A556C2104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8056" y="-10"/>
            <a:ext cx="3363901" cy="4864780"/>
          </a:xfrm>
        </p:spPr>
        <p:txBody>
          <a:bodyPr anchor="ctr">
            <a:normAutofit/>
          </a:bodyPr>
          <a:lstStyle/>
          <a:p>
            <a:pPr algn="r"/>
            <a:r>
              <a:rPr lang="en-US" sz="2000" b="1" dirty="0" err="1"/>
              <a:t>Tác</a:t>
            </a:r>
            <a:r>
              <a:rPr lang="en-US" sz="2000" b="1" dirty="0"/>
              <a:t> </a:t>
            </a:r>
            <a:r>
              <a:rPr lang="en-US" sz="2000" b="1" dirty="0" err="1"/>
              <a:t>giả</a:t>
            </a:r>
            <a:r>
              <a:rPr lang="en-US" sz="2000" b="1" dirty="0"/>
              <a:t>:</a:t>
            </a:r>
            <a:r>
              <a:rPr lang="en-US" sz="2000" dirty="0"/>
              <a:t> Sok Kim Thanh </a:t>
            </a:r>
          </a:p>
          <a:p>
            <a:pPr algn="r"/>
            <a:r>
              <a:rPr lang="en-US" sz="2000" b="1" dirty="0" err="1"/>
              <a:t>Vị</a:t>
            </a:r>
            <a:r>
              <a:rPr lang="en-US" sz="2000" b="1" dirty="0"/>
              <a:t> </a:t>
            </a:r>
            <a:r>
              <a:rPr lang="en-US" sz="2000" b="1" dirty="0" err="1"/>
              <a:t>trí</a:t>
            </a:r>
            <a:r>
              <a:rPr lang="en-US" sz="2000" b="1" dirty="0"/>
              <a:t>:</a:t>
            </a:r>
            <a:r>
              <a:rPr lang="en-US" sz="2000" dirty="0"/>
              <a:t> Full-Stack Developer </a:t>
            </a:r>
          </a:p>
          <a:p>
            <a:pPr algn="r"/>
            <a:r>
              <a:rPr lang="en-US" sz="2000" b="1" dirty="0" err="1"/>
              <a:t>Ngày</a:t>
            </a:r>
            <a:r>
              <a:rPr lang="en-US" sz="2000" b="1" dirty="0"/>
              <a:t>:</a:t>
            </a:r>
            <a:r>
              <a:rPr lang="en-US" sz="2000" dirty="0"/>
              <a:t> 03/01/2026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80B8A35-DEA7-4D43-9DF8-90B4681D0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741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A86B93D-0879-4BC3-B616-90E504482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0E885D-F4D2-48FD-95D9-DA0751F3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CD7191-1C38-3349-FA2D-0C056BB83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992" y="2307409"/>
            <a:ext cx="3157577" cy="3747316"/>
          </a:xfrm>
        </p:spPr>
        <p:txBody>
          <a:bodyPr anchor="t">
            <a:normAutofit/>
          </a:bodyPr>
          <a:lstStyle/>
          <a:p>
            <a:r>
              <a:rPr lang="en-US" dirty="0"/>
              <a:t>Compliance Report System (Mini)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9EC1CB8-4497-451C-9F6C-6BC9B6505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55992" y="2146542"/>
            <a:ext cx="315757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Title 1">
            <a:extLst>
              <a:ext uri="{FF2B5EF4-FFF2-40B4-BE49-F238E27FC236}">
                <a16:creationId xmlns:a16="http://schemas.microsoft.com/office/drawing/2014/main" id="{A599AF7C-8D7E-4D1B-AB28-587084B3D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B3F3DA8C-8046-A541-6974-47FD8B62B9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2904303"/>
              </p:ext>
            </p:extLst>
          </p:nvPr>
        </p:nvGraphicFramePr>
        <p:xfrm>
          <a:off x="1136347" y="803275"/>
          <a:ext cx="5913437" cy="5251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86567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45466-39A7-3D0D-AA3A-02E2C834B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Vấn đề &amp; Nhu cầu (The Problem)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61B25B-197C-47F9-3BA5-25E8BA53D7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05594" y="1240077"/>
            <a:ext cx="6034827" cy="49164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trạng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Việc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kiểm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tra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điều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khoản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tuân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thủ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(GDPR, CCPA)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đồng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nay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chủ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yếu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làm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thủ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công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Nỗi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đau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(Pain points):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Tốn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thời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gian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Mất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nhiều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giờ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rà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soát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đồng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dài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Rủi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ro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cao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Dễ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bỏ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sót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lỗi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nhỏ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nhưng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gây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hậu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quả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lớn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Chi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phí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Cần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đội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ngũ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chế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chuyên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nghiệp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vận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hành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liên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tục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18866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98F552-2AB0-90A3-D4E2-E02422E5A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GB"/>
              <a:t>Giải pháp &amp; Mục tiêu (The Solution)</a:t>
            </a:r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87F6B56-422C-8FC1-5036-80497F0694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0527343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199918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DD6AE9-620F-010F-FB5B-F1CFA5B9C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lang="en-GB" sz="2500">
                <a:solidFill>
                  <a:srgbClr val="FFFFFF"/>
                </a:solidFill>
              </a:rPr>
              <a:t>Kiến trúc hệ thống (System Architecture)</a:t>
            </a:r>
            <a:endParaRPr lang="en-US" sz="2500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86B01D-C6D8-9F7F-2CE6-6F2F85CC59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05594" y="1240077"/>
            <a:ext cx="6034827" cy="49164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Mô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Hybrid Microservices: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React + Tailwind CSS (UX/UI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mượt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mà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responsive).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Backend Gateway: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ASP.NET Core 9 (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Xử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Auth, Quản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File, PostgreSQL).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AI Service: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Python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(Chuyên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trách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xử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NLP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OpenAI API).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Môi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trường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Đóng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gói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hoàn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toàn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Docker.</a:t>
            </a:r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18B5E0DB-5184-35BE-7597-5734E4D27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41200"/>
            <a:ext cx="12192000" cy="255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33593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CD4197-5E6A-2BF0-F6C8-919D7CB34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GB" dirty="0"/>
              <a:t>Quy </a:t>
            </a:r>
            <a:r>
              <a:rPr lang="en-GB" dirty="0" err="1"/>
              <a:t>trình</a:t>
            </a:r>
            <a:r>
              <a:rPr lang="en-GB" dirty="0"/>
              <a:t> AI &amp; Prompt Engineering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C5645E0F-2A0A-C8A2-345D-C06CCCE800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1295060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613541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CE580D1-F917-4567-AFB4-99AA9B52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F5620B8-A2D8-4568-B566-F0453A0D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7D2BA4-4B7A-4596-8BCC-5CF71542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977F1E1-2B6F-4BB6-899F-67D8764D8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Camera lens close up">
            <a:extLst>
              <a:ext uri="{FF2B5EF4-FFF2-40B4-BE49-F238E27FC236}">
                <a16:creationId xmlns:a16="http://schemas.microsoft.com/office/drawing/2014/main" id="{37E291DA-E89A-A1FD-B527-A2683133B4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28" r="-1" b="-1"/>
          <a:stretch>
            <a:fillRect/>
          </a:stretch>
        </p:blipFill>
        <p:spPr>
          <a:xfrm>
            <a:off x="2" y="10"/>
            <a:ext cx="12191695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A0FFA78-985C-4F50-B21A-77045C7DF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D61460-91D2-87B1-359C-FBBD4CE06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5511" y="3236470"/>
            <a:ext cx="6832500" cy="1252601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400">
                <a:solidFill>
                  <a:srgbClr val="FFFFFE"/>
                </a:solidFill>
              </a:rPr>
              <a:t>Demo	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5409EC7-69B1-45CC-8FB7-1964C1AB6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5509" y="4666480"/>
            <a:ext cx="6832499" cy="0"/>
          </a:xfrm>
          <a:prstGeom prst="line">
            <a:avLst/>
          </a:prstGeom>
          <a:ln w="31750">
            <a:solidFill>
              <a:srgbClr val="A27DF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129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0A340-F351-A6C3-1A99-992DA9020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DevOps &amp;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(Scalability)</a:t>
            </a:r>
          </a:p>
        </p:txBody>
      </p:sp>
      <p:graphicFrame>
        <p:nvGraphicFramePr>
          <p:cNvPr id="29" name="Rectangle 1">
            <a:extLst>
              <a:ext uri="{FF2B5EF4-FFF2-40B4-BE49-F238E27FC236}">
                <a16:creationId xmlns:a16="http://schemas.microsoft.com/office/drawing/2014/main" id="{AD67DBB2-FCE8-B1F0-F988-2B2B4F8983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4978258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1457477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CF508A-08E2-3151-C085-10E6E4F48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lang="en-US" sz="2700">
                <a:solidFill>
                  <a:srgbClr val="FFFFFF"/>
                </a:solidFill>
              </a:rPr>
              <a:t>Kết luận &amp; Giá trị (Conclusion)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113A01-9456-F4E1-22A2-779048145B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05594" y="1240077"/>
            <a:ext cx="6034827" cy="49164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Tại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sao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dự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án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này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phù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Mobile Oasis?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nhuần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nhuyễn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giữa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Phần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mềm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truyền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Tư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duy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thiết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kế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có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bảo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mật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mở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rộng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cao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Sẵn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sàng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quyết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vấn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đề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tế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về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Compliance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mà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công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ty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đang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tâm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Lời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Cảm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ơn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sẵn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sàng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phần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Q&amp;A.</a:t>
            </a:r>
          </a:p>
        </p:txBody>
      </p:sp>
    </p:spTree>
    <p:extLst>
      <p:ext uri="{BB962C8B-B14F-4D97-AF65-F5344CB8AC3E}">
        <p14:creationId xmlns:p14="http://schemas.microsoft.com/office/powerpoint/2010/main" val="341948401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C1947-74FE-1D60-35D3-E0759A556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071" y="1584552"/>
            <a:ext cx="9099255" cy="2537251"/>
          </a:xfrm>
        </p:spPr>
        <p:txBody>
          <a:bodyPr anchor="ctr">
            <a:normAutofit/>
          </a:bodyPr>
          <a:lstStyle/>
          <a:p>
            <a:pPr algn="ctr"/>
            <a:r>
              <a:rPr lang="vi-VN" sz="5600">
                <a:solidFill>
                  <a:srgbClr val="454545"/>
                </a:solidFill>
              </a:rPr>
              <a:t>Thiết lập Hạ tầng &amp; Cấu trúc Cơ sở dữ liệu (Database)</a:t>
            </a:r>
            <a:endParaRPr lang="en-US" sz="5600">
              <a:solidFill>
                <a:srgbClr val="454545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F7BE83-A70F-F114-8E5D-0EF58A121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5372" y="4133234"/>
            <a:ext cx="9120954" cy="744373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Infrastructure &amp; Database Architecture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6308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9AF841-67D0-2AF4-6AE1-FAD227F2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 err="1"/>
              <a:t>Hạ</a:t>
            </a:r>
            <a:r>
              <a:rPr lang="en-US" dirty="0"/>
              <a:t> </a:t>
            </a:r>
            <a:r>
              <a:rPr lang="en-US" dirty="0" err="1"/>
              <a:t>tầng</a:t>
            </a:r>
            <a:r>
              <a:rPr lang="en-US" dirty="0"/>
              <a:t> Containerization (Docker):</a:t>
            </a:r>
            <a:br>
              <a:rPr lang="en-US" dirty="0"/>
            </a:br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ED11854F-391B-BCBE-7051-05060C0E14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8568431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169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2FAF99-3397-158D-43B2-E840A547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654523-4AD8-9C3F-C6A6-91649F567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de-DE" dirty="0"/>
              <a:t>Cấu trúc bảng (Schema Design):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C5D2D1D7-12D3-9EB9-C869-28F3E4A3AA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4905522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8592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0B102-8058-7E3B-8789-890A0D888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08E7A6F0-5CD3-481E-B0F2-E7F99FE6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11290DF-4975-4FCD-8B8D-BBC86B836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B0F195-7552-D126-8F2D-5152FE3E2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612" y="1138228"/>
            <a:ext cx="3793685" cy="3858767"/>
          </a:xfrm>
        </p:spPr>
        <p:txBody>
          <a:bodyPr vert="horz" lIns="91440" tIns="45720" rIns="91440" bIns="0" rtlCol="0" anchor="ctr">
            <a:normAutofit/>
          </a:bodyPr>
          <a:lstStyle/>
          <a:p>
            <a:r>
              <a:rPr lang="en-US" sz="3600"/>
              <a:t>Tính tự động hóa: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57CA18A-A333-4DCB-842B-76827D2EC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00021" y="638300"/>
            <a:ext cx="6409605" cy="4858625"/>
            <a:chOff x="7807230" y="2012810"/>
            <a:chExt cx="3251252" cy="345986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E785FC3-CE7B-46F8-8C7A-EBBF001ED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5069D9A-30C7-4159-880C-DD2BDC510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D9FE1511-6E1B-4F0E-8FF0-95852718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9891" y="973636"/>
            <a:ext cx="5769864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94054-4AE3-C701-5F10-4503E7E47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4483" y="1138228"/>
            <a:ext cx="5440680" cy="3858768"/>
          </a:xfrm>
        </p:spPr>
        <p:txBody>
          <a:bodyPr vert="horz" lIns="91440" tIns="91440" rIns="91440" bIns="91440" rtlCol="0" anchor="ctr">
            <a:normAutofit/>
          </a:bodyPr>
          <a:lstStyle/>
          <a:p>
            <a:pPr marL="0" indent="0">
              <a:buNone/>
            </a:pPr>
            <a:r>
              <a:rPr lang="en-US" cap="all">
                <a:solidFill>
                  <a:srgbClr val="000000"/>
                </a:solidFill>
              </a:rPr>
              <a:t>Tích hợp thư mục db-init để tự động khởi tạo cấu trúc bảng ngay khi khởi động hệ thống lần đầu.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25CEF6D-5E98-4B5C-A10F-7459C1EEF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5C73161-1E4E-4E6A-91B2-E885CF8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14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CD8230-5CBC-2D05-046D-A66F4E53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071" y="1584552"/>
            <a:ext cx="9099255" cy="2537251"/>
          </a:xfrm>
        </p:spPr>
        <p:txBody>
          <a:bodyPr vert="horz" lIns="91440" tIns="45720" rIns="91440" bIns="0" rtlCol="0" anchor="ctr">
            <a:normAutofit/>
          </a:bodyPr>
          <a:lstStyle/>
          <a:p>
            <a:pPr algn="ctr"/>
            <a:r>
              <a:rPr lang="en-US" sz="5600">
                <a:solidFill>
                  <a:srgbClr val="454545"/>
                </a:solidFill>
              </a:rPr>
              <a:t>Xây dựng Backend .NET 9 - Module File Upload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B99AC-C9E6-9A15-B0D8-397C72AA3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5372" y="4133234"/>
            <a:ext cx="9120954" cy="744373"/>
          </a:xfrm>
        </p:spPr>
        <p:txBody>
          <a:bodyPr vert="horz" lIns="91440" tIns="91440" rIns="91440" bIns="91440" rtlCol="0">
            <a:normAutofit/>
          </a:bodyPr>
          <a:lstStyle/>
          <a:p>
            <a:pPr algn="ctr"/>
            <a:r>
              <a:rPr lang="en-US" cap="all">
                <a:solidFill>
                  <a:schemeClr val="accent1"/>
                </a:solidFill>
              </a:rPr>
              <a:t>Scalable Backend Development with .NET 9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536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B8A956-FE2B-E076-21AE-7407D876E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dirty="0"/>
              <a:t>Công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: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7A9E16E-2343-255D-F469-B7057740F6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6611771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87089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33EFF-41BD-8954-EB4C-62ADEF219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vi-VN" b="1" dirty="0"/>
              <a:t>Cấu trúc thư mục chuyên nghiệp:</a:t>
            </a:r>
            <a:br>
              <a:rPr lang="vi-VN" dirty="0"/>
            </a:b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8C47609-91D2-8C50-FB04-41BBC58576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1623668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18122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66A413-2B79-5208-3B67-B44724B9A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sz="3000" b="1" dirty="0"/>
              <a:t>Quy </a:t>
            </a:r>
            <a:r>
              <a:rPr lang="en-US" sz="3000" b="1" dirty="0" err="1"/>
              <a:t>trình</a:t>
            </a:r>
            <a:r>
              <a:rPr lang="en-US" sz="3000" b="1" dirty="0"/>
              <a:t> </a:t>
            </a:r>
            <a:r>
              <a:rPr lang="en-US" sz="3000" b="1" dirty="0" err="1"/>
              <a:t>xử</a:t>
            </a:r>
            <a:r>
              <a:rPr lang="en-US" sz="3000" b="1" dirty="0"/>
              <a:t> </a:t>
            </a:r>
            <a:r>
              <a:rPr lang="en-US" sz="3000" b="1" dirty="0" err="1"/>
              <a:t>lý</a:t>
            </a:r>
            <a:r>
              <a:rPr lang="en-US" sz="3000" b="1" dirty="0"/>
              <a:t> </a:t>
            </a:r>
            <a:r>
              <a:rPr lang="en-US" sz="3000" b="1" dirty="0" err="1"/>
              <a:t>yêu</a:t>
            </a:r>
            <a:r>
              <a:rPr lang="en-US" sz="3000" b="1" dirty="0"/>
              <a:t> </a:t>
            </a:r>
            <a:r>
              <a:rPr lang="en-US" sz="3000" b="1" dirty="0" err="1"/>
              <a:t>cầu</a:t>
            </a:r>
            <a:r>
              <a:rPr lang="en-US" sz="3000" b="1" dirty="0"/>
              <a:t> (Request Pipeline):</a:t>
            </a:r>
            <a:br>
              <a:rPr lang="en-US" sz="3000" dirty="0"/>
            </a:br>
            <a:endParaRPr lang="en-US" sz="30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Rectangle 1">
            <a:extLst>
              <a:ext uri="{FF2B5EF4-FFF2-40B4-BE49-F238E27FC236}">
                <a16:creationId xmlns:a16="http://schemas.microsoft.com/office/drawing/2014/main" id="{D89FFE2B-2A37-0502-2E08-5B2C6FC411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8226961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82387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1482E-298C-24AB-C53E-844664698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DB1796-1A7F-41DE-EF96-0313CFB07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071" y="1584552"/>
            <a:ext cx="9099255" cy="2537251"/>
          </a:xfrm>
        </p:spPr>
        <p:txBody>
          <a:bodyPr anchor="ctr">
            <a:normAutofit/>
          </a:bodyPr>
          <a:lstStyle/>
          <a:p>
            <a:pPr algn="ctr"/>
            <a:r>
              <a:rPr lang="en-US" sz="7200">
                <a:solidFill>
                  <a:srgbClr val="454545"/>
                </a:solidFill>
              </a:rPr>
              <a:t>Luồng xử lý File Upload &amp; Bảo mật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9CA3D-8B82-1621-684A-28D8B92DF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5372" y="4133234"/>
            <a:ext cx="9120954" cy="744373"/>
          </a:xfrm>
        </p:spPr>
        <p:txBody>
          <a:bodyPr>
            <a:normAutofit/>
          </a:bodyPr>
          <a:lstStyle/>
          <a:p>
            <a:pPr algn="ctr"/>
            <a:r>
              <a:rPr lang="en-GB">
                <a:solidFill>
                  <a:schemeClr val="accent1"/>
                </a:solidFill>
              </a:rPr>
              <a:t>Secure Upload Workflow &amp; Data Integrity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238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04EC9B-12D7-4D15-E57E-415D4B6CC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6FE1E6-1155-46CD-9113-BC03DDD53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0DFCE9-814C-46CF-8B54-3DF7C405D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B585B-07D2-1833-FB64-3EDC4FA9B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1" y="5008500"/>
            <a:ext cx="9603272" cy="960755"/>
          </a:xfrm>
        </p:spPr>
        <p:txBody>
          <a:bodyPr anchor="t">
            <a:normAutofit/>
          </a:bodyPr>
          <a:lstStyle/>
          <a:p>
            <a:r>
              <a:rPr lang="vi-VN" dirty="0"/>
              <a:t>Quy trình 4 bước tiêu chuẩn: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EA8DE4-CCC2-431B-8C80-EA90145DB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4826256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4CB4C886-8576-4974-AB93-DE953D243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1505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F386762-7F04-4308-9C63-5F9B6DD51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2880ADF-2CE6-5CA4-7AC9-F8951B0AFE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5681101"/>
              </p:ext>
            </p:extLst>
          </p:nvPr>
        </p:nvGraphicFramePr>
        <p:xfrm>
          <a:off x="1450975" y="933450"/>
          <a:ext cx="9604375" cy="344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2375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2F1115-3826-F0D2-E631-9368CFA0F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b="1"/>
              <a:t>Tính bảo mật:</a:t>
            </a:r>
            <a:br>
              <a:rPr lang="en-US"/>
            </a:b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Rectangle 1">
            <a:extLst>
              <a:ext uri="{FF2B5EF4-FFF2-40B4-BE49-F238E27FC236}">
                <a16:creationId xmlns:a16="http://schemas.microsoft.com/office/drawing/2014/main" id="{82DB5C51-BB0E-8D56-0CF5-A992D3C183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2077405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68029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CA4844-11FB-E736-E9D8-CBC2B56C4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071" y="1584552"/>
            <a:ext cx="9099255" cy="2537251"/>
          </a:xfrm>
        </p:spPr>
        <p:txBody>
          <a:bodyPr anchor="ctr">
            <a:normAutofit/>
          </a:bodyPr>
          <a:lstStyle/>
          <a:p>
            <a:pPr algn="ctr"/>
            <a:r>
              <a:rPr lang="en-US" sz="5600">
                <a:solidFill>
                  <a:srgbClr val="454545"/>
                </a:solidFill>
              </a:rPr>
              <a:t>Giải quyết thách thức kỹ thuật (Technical Challenges)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6C15C1D-0F6C-CC6D-BE47-A84E39AE4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5372" y="4133234"/>
            <a:ext cx="9120954" cy="744373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Problem Solving &amp; Optimization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848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DBFD61-2B2D-1D1D-8D4E-155603E13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 err="1"/>
              <a:t>Thách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1: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ngoại</a:t>
            </a:r>
            <a:r>
              <a:rPr lang="en-US" dirty="0"/>
              <a:t> (Foreign Key Constraint):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8E1AE901-DFD4-C438-A534-27CE069B24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8745881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6572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9754D-B5CA-CC8C-D410-88F421A4C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err="1"/>
              <a:t>Thách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2: </a:t>
            </a:r>
            <a:r>
              <a:rPr lang="en-US" err="1"/>
              <a:t>Đồng</a:t>
            </a:r>
            <a:r>
              <a:rPr lang="en-US"/>
              <a:t> </a:t>
            </a:r>
            <a:r>
              <a:rPr lang="en-US" err="1"/>
              <a:t>bộ</a:t>
            </a:r>
            <a:r>
              <a:rPr lang="en-US"/>
              <a:t> </a:t>
            </a:r>
            <a:r>
              <a:rPr lang="en-US" err="1"/>
              <a:t>hóa</a:t>
            </a:r>
            <a:r>
              <a:rPr lang="en-US"/>
              <a:t> Schema:</a:t>
            </a:r>
          </a:p>
        </p:txBody>
      </p:sp>
      <p:graphicFrame>
        <p:nvGraphicFramePr>
          <p:cNvPr id="25" name="Rectangle 1">
            <a:extLst>
              <a:ext uri="{FF2B5EF4-FFF2-40B4-BE49-F238E27FC236}">
                <a16:creationId xmlns:a16="http://schemas.microsoft.com/office/drawing/2014/main" id="{28EA635C-59C2-48A5-F3C1-7BFD9E130E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034721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0355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FD6EDB49-211E-499D-9A08-6C5FF3D06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8F9F37E-D3CF-4F3D-96C2-25307819D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5FFF17D-767C-40E7-8C89-962F1F54B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69F39E1-619D-4D9E-8823-8BD8CC320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8C53F47-DF50-454F-A5A6-6B969748D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noFill/>
          <a:ln>
            <a:solidFill>
              <a:srgbClr val="4545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1F6677-00A3-BE84-39D8-E8E1B093F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76053"/>
            <a:ext cx="9405891" cy="1002990"/>
          </a:xfrm>
        </p:spPr>
        <p:txBody>
          <a:bodyPr anchor="ctr">
            <a:normAutofit/>
          </a:bodyPr>
          <a:lstStyle/>
          <a:p>
            <a:r>
              <a:rPr lang="en-US" sz="2700" b="1"/>
              <a:t>Thách thức 3: Quản lý tệp tin trong Docker</a:t>
            </a:r>
            <a:br>
              <a:rPr lang="en-US" sz="2700"/>
            </a:br>
            <a:endParaRPr lang="en-US" sz="2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F583F-AB43-5062-5968-A8B50D023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464991"/>
            <a:ext cx="9405891" cy="24035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i="1"/>
              <a:t>Giải pháp:</a:t>
            </a:r>
            <a:r>
              <a:rPr lang="vi-VN"/>
              <a:t> Sử dụng </a:t>
            </a:r>
            <a:r>
              <a:rPr lang="vi-VN" b="1"/>
              <a:t>Bind Mounts</a:t>
            </a:r>
            <a:r>
              <a:rPr lang="vi-VN"/>
              <a:t> để ánh xạ dữ liệu từ Container ra máy vật lý, giúp dễ dàng kiểm tra và sao lưu dữ liệu.</a:t>
            </a:r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6A26901A-BC62-4A3A-A07A-65E1F3DDD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495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A8B3BA5-09F4-B6F5-8DC2-4BE237303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071" y="1584552"/>
            <a:ext cx="9099255" cy="2537251"/>
          </a:xfrm>
        </p:spPr>
        <p:txBody>
          <a:bodyPr anchor="ctr">
            <a:normAutofit/>
          </a:bodyPr>
          <a:lstStyle/>
          <a:p>
            <a:pPr algn="ctr"/>
            <a:r>
              <a:rPr lang="vi-VN" sz="6100" b="1" dirty="0">
                <a:solidFill>
                  <a:srgbClr val="454545"/>
                </a:solidFill>
              </a:rPr>
              <a:t>Kết quả đạt được &amp; Hướng phát triển</a:t>
            </a:r>
            <a:endParaRPr lang="en-US" sz="6100" dirty="0">
              <a:solidFill>
                <a:srgbClr val="454545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0B0AB90-309E-5476-F14D-DC39A6AF6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5372" y="4133234"/>
            <a:ext cx="9120954" cy="744373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chemeClr val="accent1"/>
                </a:solidFill>
              </a:rPr>
              <a:t>Current Milestone &amp; Future Roadmap</a:t>
            </a:r>
            <a:endParaRPr lang="en-US">
              <a:solidFill>
                <a:schemeClr val="accent1"/>
              </a:solidFill>
            </a:endParaRPr>
          </a:p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265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53D609-FA19-105E-3697-D76199E44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Rectangle 1">
            <a:extLst>
              <a:ext uri="{FF2B5EF4-FFF2-40B4-BE49-F238E27FC236}">
                <a16:creationId xmlns:a16="http://schemas.microsoft.com/office/drawing/2014/main" id="{58DB8FA8-F3B0-3E6C-B5A6-434AF2C9D6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8257616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40093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54F891EB-ED45-44C3-95D6-FFB2EC07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EA385B8-7C85-4CE0-AE3A-00EB627B3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1DCB8-0995-38B2-45D5-924CFB299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205" y="804519"/>
            <a:ext cx="3241820" cy="4431360"/>
          </a:xfrm>
        </p:spPr>
        <p:txBody>
          <a:bodyPr anchor="ctr">
            <a:normAutofit/>
          </a:bodyPr>
          <a:lstStyle/>
          <a:p>
            <a:r>
              <a:rPr lang="en-US" b="1"/>
              <a:t>Giai đoạn tiếp theo (Phase 2):</a:t>
            </a:r>
            <a:br>
              <a:rPr lang="en-US"/>
            </a:br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9AF263B-E208-40DF-A182-5193478DC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45156" y="890353"/>
            <a:ext cx="0" cy="45720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EB385-138C-F56F-6F90-4745424B6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7863" y="804520"/>
            <a:ext cx="6102559" cy="4431359"/>
          </a:xfrm>
        </p:spPr>
        <p:txBody>
          <a:bodyPr anchor="ctr">
            <a:normAutofit/>
          </a:bodyPr>
          <a:lstStyle/>
          <a:p>
            <a:pPr lvl="1"/>
            <a:r>
              <a:rPr lang="vi-VN"/>
              <a:t>Tích hợp </a:t>
            </a:r>
            <a:r>
              <a:rPr lang="vi-VN" b="1"/>
              <a:t>Python AI Service</a:t>
            </a:r>
            <a:r>
              <a:rPr lang="vi-VN"/>
              <a:t> (FastAPI).</a:t>
            </a:r>
          </a:p>
          <a:p>
            <a:pPr lvl="1"/>
            <a:r>
              <a:rPr lang="vi-VN"/>
              <a:t>Xây dựng cơ chế </a:t>
            </a:r>
            <a:r>
              <a:rPr lang="vi-VN" b="1"/>
              <a:t>Shared Volume</a:t>
            </a:r>
            <a:r>
              <a:rPr lang="vi-VN"/>
              <a:t> để Python có thể đọc file trực tiếp từ Backend .NET.</a:t>
            </a:r>
          </a:p>
          <a:p>
            <a:pPr lvl="1"/>
            <a:r>
              <a:rPr lang="vi-VN"/>
              <a:t>Sử dụng LLM (OpenAI/Gemini) để phân tích nội dung tệp tin.</a:t>
            </a:r>
          </a:p>
          <a:p>
            <a:endParaRPr lang="en-US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DCC0100C-A457-45B1-8A8B-8740F43EC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90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125</TotalTime>
  <Words>1280</Words>
  <Application>Microsoft Office PowerPoint</Application>
  <PresentationFormat>Widescreen</PresentationFormat>
  <Paragraphs>101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Arial</vt:lpstr>
      <vt:lpstr>Gill Sans MT</vt:lpstr>
      <vt:lpstr>Gallery</vt:lpstr>
      <vt:lpstr>AI-Powered Compliance Report System</vt:lpstr>
      <vt:lpstr>Compliance Report System (Mini)</vt:lpstr>
      <vt:lpstr>Vấn đề &amp; Nhu cầu (The Problem)</vt:lpstr>
      <vt:lpstr>Giải pháp &amp; Mục tiêu (The Solution)</vt:lpstr>
      <vt:lpstr>Kiến trúc hệ thống (System Architecture)</vt:lpstr>
      <vt:lpstr>Quy trình AI &amp; Prompt Engineering</vt:lpstr>
      <vt:lpstr>Demo </vt:lpstr>
      <vt:lpstr>DevOps &amp; Khả năng mở rộng (Scalability)</vt:lpstr>
      <vt:lpstr>Kết luận &amp; Giá trị (Conclusion)</vt:lpstr>
      <vt:lpstr>Thiết lập Hạ tầng &amp; Cấu trúc Cơ sở dữ liệu (Database)</vt:lpstr>
      <vt:lpstr>Hạ tầng Containerization (Docker): </vt:lpstr>
      <vt:lpstr>Cấu trúc bảng (Schema Design):</vt:lpstr>
      <vt:lpstr>Tính tự động hóa:</vt:lpstr>
      <vt:lpstr>Xây dựng Backend .NET 9 - Module File Upload</vt:lpstr>
      <vt:lpstr>Công nghệ sử dụng:</vt:lpstr>
      <vt:lpstr>Cấu trúc thư mục chuyên nghiệp: </vt:lpstr>
      <vt:lpstr>Quy trình xử lý yêu cầu (Request Pipeline): </vt:lpstr>
      <vt:lpstr>Luồng xử lý File Upload &amp; Bảo mật</vt:lpstr>
      <vt:lpstr>Quy trình 4 bước tiêu chuẩn:</vt:lpstr>
      <vt:lpstr>Tính bảo mật: </vt:lpstr>
      <vt:lpstr>Giải quyết thách thức kỹ thuật (Technical Challenges)</vt:lpstr>
      <vt:lpstr>Thách thức 1: Ràng buộc Khóa ngoại (Foreign Key Constraint):</vt:lpstr>
      <vt:lpstr>Thách thức 2: Đồng bộ hóa Schema:</vt:lpstr>
      <vt:lpstr>Thách thức 3: Quản lý tệp tin trong Docker </vt:lpstr>
      <vt:lpstr>Kết quả đạt được &amp; Hướng phát triển</vt:lpstr>
      <vt:lpstr>Kết quả: </vt:lpstr>
      <vt:lpstr>Giai đoạn tiếp theo (Phase 2):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Sok Kim</dc:creator>
  <cp:lastModifiedBy>Thanh Sok Kim</cp:lastModifiedBy>
  <cp:revision>27</cp:revision>
  <dcterms:created xsi:type="dcterms:W3CDTF">2026-01-03T12:44:16Z</dcterms:created>
  <dcterms:modified xsi:type="dcterms:W3CDTF">2026-01-04T08:12:33Z</dcterms:modified>
</cp:coreProperties>
</file>
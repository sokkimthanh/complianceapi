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73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ỚI THIỆU ĐỒ ÁN" id="{2C240399-377D-41A6-987F-6E894715C1F7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2"/>
            <p14:sldId id="263"/>
          </p14:sldIdLst>
        </p14:section>
        <p14:section name="Giai đoạn 1: API Upload" id="{542C5116-E581-406D-BA09-E68032BAE6BA}">
          <p14:sldIdLst>
            <p14:sldId id="273"/>
            <p14:sldId id="265"/>
            <p14:sldId id="266"/>
            <p14:sldId id="267"/>
            <p14:sldId id="269"/>
            <p14:sldId id="270"/>
            <p14:sldId id="271"/>
            <p14:sldId id="272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Giai đoạn 2: AI Intelligence &amp; Compliance Analysis." id="{E0E7E434-2B7D-4099-AC1B-31EE1A00C1C0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38" autoAdjust="0"/>
  </p:normalViewPr>
  <p:slideViewPr>
    <p:cSldViewPr snapToGrid="0">
      <p:cViewPr varScale="1">
        <p:scale>
          <a:sx n="96" d="100"/>
          <a:sy n="96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0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0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14F87B-434E-4B2F-BC15-70D606F4F1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F571CD-716E-461C-8A8D-D0E48C1969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>
              <a:latin typeface="Aptos" panose="020B0004020202020204" pitchFamily="34" charset="0"/>
            </a:rPr>
            <a:t>Hệ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thống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tự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động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phân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tích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tuân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thủ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pháp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lý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bằng</a:t>
          </a:r>
          <a:r>
            <a:rPr lang="en-US" dirty="0">
              <a:latin typeface="Aptos" panose="020B0004020202020204" pitchFamily="34" charset="0"/>
            </a:rPr>
            <a:t> AI </a:t>
          </a:r>
          <a:r>
            <a:rPr lang="en-US" dirty="0" err="1">
              <a:latin typeface="Aptos" panose="020B0004020202020204" pitchFamily="34" charset="0"/>
            </a:rPr>
            <a:t>cho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doanh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nghiệp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5EAA453A-BFC2-493F-B0E0-5AB4BEF0BE52}" type="parTrans" cxnId="{DD308F6C-F1B4-4DAB-8349-3259C05FABA0}">
      <dgm:prSet/>
      <dgm:spPr/>
      <dgm:t>
        <a:bodyPr/>
        <a:lstStyle/>
        <a:p>
          <a:endParaRPr lang="en-US"/>
        </a:p>
      </dgm:t>
    </dgm:pt>
    <dgm:pt modelId="{AE0568F7-B35D-4A9E-8296-3CAE49E2857B}" type="sibTrans" cxnId="{DD308F6C-F1B4-4DAB-8349-3259C05FABA0}">
      <dgm:prSet/>
      <dgm:spPr/>
      <dgm:t>
        <a:bodyPr/>
        <a:lstStyle/>
        <a:p>
          <a:endParaRPr lang="en-US"/>
        </a:p>
      </dgm:t>
    </dgm:pt>
    <dgm:pt modelId="{4B359BC7-990F-4E51-BC33-94AE948F9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>
              <a:latin typeface="Aptos" panose="020B0004020202020204" pitchFamily="34" charset="0"/>
            </a:rPr>
            <a:t>Họ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tên</a:t>
          </a:r>
          <a:r>
            <a:rPr lang="en-US" dirty="0">
              <a:latin typeface="Aptos" panose="020B0004020202020204" pitchFamily="34" charset="0"/>
            </a:rPr>
            <a:t>: Sok Kim Thanh</a:t>
          </a:r>
        </a:p>
      </dgm:t>
    </dgm:pt>
    <dgm:pt modelId="{ADCD7870-D691-47E0-BA28-9306F6C2A044}" type="parTrans" cxnId="{3E849EA7-B86F-455D-BA7D-3FE634D4D5A2}">
      <dgm:prSet/>
      <dgm:spPr/>
      <dgm:t>
        <a:bodyPr/>
        <a:lstStyle/>
        <a:p>
          <a:endParaRPr lang="en-US"/>
        </a:p>
      </dgm:t>
    </dgm:pt>
    <dgm:pt modelId="{AB2C9CDA-CE70-4F51-A1D6-B7B40CA57FED}" type="sibTrans" cxnId="{3E849EA7-B86F-455D-BA7D-3FE634D4D5A2}">
      <dgm:prSet/>
      <dgm:spPr/>
      <dgm:t>
        <a:bodyPr/>
        <a:lstStyle/>
        <a:p>
          <a:endParaRPr lang="en-US"/>
        </a:p>
      </dgm:t>
    </dgm:pt>
    <dgm:pt modelId="{2D713EF3-16C8-4682-8475-6C8506979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 panose="020B0004020202020204" pitchFamily="34" charset="0"/>
            </a:rPr>
            <a:t>Công </a:t>
          </a:r>
          <a:r>
            <a:rPr lang="en-US" dirty="0" err="1">
              <a:latin typeface="Aptos" panose="020B0004020202020204" pitchFamily="34" charset="0"/>
            </a:rPr>
            <a:t>nghệ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sử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dụng</a:t>
          </a:r>
          <a:r>
            <a:rPr lang="en-US" dirty="0">
              <a:latin typeface="Aptos" panose="020B0004020202020204" pitchFamily="34" charset="0"/>
            </a:rPr>
            <a:t>: .NET 9, Python (</a:t>
          </a:r>
          <a:r>
            <a:rPr lang="en-US" dirty="0" err="1">
              <a:latin typeface="Aptos" panose="020B0004020202020204" pitchFamily="34" charset="0"/>
            </a:rPr>
            <a:t>FastAPI</a:t>
          </a:r>
          <a:r>
            <a:rPr lang="en-US" dirty="0">
              <a:latin typeface="Aptos" panose="020B0004020202020204" pitchFamily="34" charset="0"/>
            </a:rPr>
            <a:t>), React, OpenAI, Docker.</a:t>
          </a:r>
        </a:p>
      </dgm:t>
    </dgm:pt>
    <dgm:pt modelId="{B170B34D-E994-469F-AAFF-0F06BAF0DDC5}" type="parTrans" cxnId="{BB6A1DC8-0337-4036-8893-9D5FF59DF9CC}">
      <dgm:prSet/>
      <dgm:spPr/>
      <dgm:t>
        <a:bodyPr/>
        <a:lstStyle/>
        <a:p>
          <a:endParaRPr lang="en-US"/>
        </a:p>
      </dgm:t>
    </dgm:pt>
    <dgm:pt modelId="{7F163A3D-DF7C-4AE4-8230-1938D1A9FD84}" type="sibTrans" cxnId="{BB6A1DC8-0337-4036-8893-9D5FF59DF9CC}">
      <dgm:prSet/>
      <dgm:spPr/>
      <dgm:t>
        <a:bodyPr/>
        <a:lstStyle/>
        <a:p>
          <a:endParaRPr lang="en-US"/>
        </a:p>
      </dgm:t>
    </dgm:pt>
    <dgm:pt modelId="{A91D4BD5-CA45-4DA7-ADA8-068C30D2897D}" type="pres">
      <dgm:prSet presAssocID="{0014F87B-434E-4B2F-BC15-70D606F4F149}" presName="root" presStyleCnt="0">
        <dgm:presLayoutVars>
          <dgm:dir/>
          <dgm:resizeHandles val="exact"/>
        </dgm:presLayoutVars>
      </dgm:prSet>
      <dgm:spPr/>
    </dgm:pt>
    <dgm:pt modelId="{6DB9CEBE-C25B-494B-B3B9-8E35E2223FBA}" type="pres">
      <dgm:prSet presAssocID="{98F571CD-716E-461C-8A8D-D0E48C19690F}" presName="compNode" presStyleCnt="0"/>
      <dgm:spPr/>
    </dgm:pt>
    <dgm:pt modelId="{C712A24F-975C-4F30-B562-05B165C3F4FD}" type="pres">
      <dgm:prSet presAssocID="{98F571CD-716E-461C-8A8D-D0E48C19690F}" presName="bgRect" presStyleLbl="bgShp" presStyleIdx="0" presStyleCnt="2"/>
      <dgm:spPr/>
    </dgm:pt>
    <dgm:pt modelId="{27A4A6AF-A407-47E0-A26D-75D8294751A1}" type="pres">
      <dgm:prSet presAssocID="{98F571CD-716E-461C-8A8D-D0E48C1969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698D503-D069-4FF0-BAD6-13B3711559CD}" type="pres">
      <dgm:prSet presAssocID="{98F571CD-716E-461C-8A8D-D0E48C19690F}" presName="spaceRect" presStyleCnt="0"/>
      <dgm:spPr/>
    </dgm:pt>
    <dgm:pt modelId="{824B2B75-AF4E-40EC-A238-3A3760022358}" type="pres">
      <dgm:prSet presAssocID="{98F571CD-716E-461C-8A8D-D0E48C19690F}" presName="parTx" presStyleLbl="revTx" presStyleIdx="0" presStyleCnt="3">
        <dgm:presLayoutVars>
          <dgm:chMax val="0"/>
          <dgm:chPref val="0"/>
        </dgm:presLayoutVars>
      </dgm:prSet>
      <dgm:spPr/>
    </dgm:pt>
    <dgm:pt modelId="{F8304FBB-A31D-4248-9391-84E07D70F755}" type="pres">
      <dgm:prSet presAssocID="{AE0568F7-B35D-4A9E-8296-3CAE49E2857B}" presName="sibTrans" presStyleCnt="0"/>
      <dgm:spPr/>
    </dgm:pt>
    <dgm:pt modelId="{0545D05E-37E4-45CB-A536-5DD1A77E9B4F}" type="pres">
      <dgm:prSet presAssocID="{4B359BC7-990F-4E51-BC33-94AE948F90D8}" presName="compNode" presStyleCnt="0"/>
      <dgm:spPr/>
    </dgm:pt>
    <dgm:pt modelId="{30B7DEBB-DA15-4B54-AFAD-4BC92CA97874}" type="pres">
      <dgm:prSet presAssocID="{4B359BC7-990F-4E51-BC33-94AE948F90D8}" presName="bgRect" presStyleLbl="bgShp" presStyleIdx="1" presStyleCnt="2"/>
      <dgm:spPr/>
    </dgm:pt>
    <dgm:pt modelId="{B706BE97-D94A-4ED0-B7A7-BC7399FA0283}" type="pres">
      <dgm:prSet presAssocID="{4B359BC7-990F-4E51-BC33-94AE948F90D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EB8D056-FFBA-4AB3-82FE-DBEBD0F811BE}" type="pres">
      <dgm:prSet presAssocID="{4B359BC7-990F-4E51-BC33-94AE948F90D8}" presName="spaceRect" presStyleCnt="0"/>
      <dgm:spPr/>
    </dgm:pt>
    <dgm:pt modelId="{F61022D7-CBBA-460D-80AE-21DBA759AA6F}" type="pres">
      <dgm:prSet presAssocID="{4B359BC7-990F-4E51-BC33-94AE948F90D8}" presName="parTx" presStyleLbl="revTx" presStyleIdx="1" presStyleCnt="3">
        <dgm:presLayoutVars>
          <dgm:chMax val="0"/>
          <dgm:chPref val="0"/>
        </dgm:presLayoutVars>
      </dgm:prSet>
      <dgm:spPr/>
    </dgm:pt>
    <dgm:pt modelId="{9FF22DD2-B6C6-4B78-82A4-23BA016E683D}" type="pres">
      <dgm:prSet presAssocID="{4B359BC7-990F-4E51-BC33-94AE948F90D8}" presName="desTx" presStyleLbl="revTx" presStyleIdx="2" presStyleCnt="3">
        <dgm:presLayoutVars/>
      </dgm:prSet>
      <dgm:spPr/>
    </dgm:pt>
  </dgm:ptLst>
  <dgm:cxnLst>
    <dgm:cxn modelId="{A743EC3E-E735-4D29-9995-F0AB19F2DC3A}" type="presOf" srcId="{98F571CD-716E-461C-8A8D-D0E48C19690F}" destId="{824B2B75-AF4E-40EC-A238-3A3760022358}" srcOrd="0" destOrd="0" presId="urn:microsoft.com/office/officeart/2018/2/layout/IconVerticalSolidList"/>
    <dgm:cxn modelId="{24655362-54A1-42B4-97AE-C9281E96C3EC}" type="presOf" srcId="{2D713EF3-16C8-4682-8475-6C8506979FD0}" destId="{9FF22DD2-B6C6-4B78-82A4-23BA016E683D}" srcOrd="0" destOrd="0" presId="urn:microsoft.com/office/officeart/2018/2/layout/IconVerticalSolidList"/>
    <dgm:cxn modelId="{DD308F6C-F1B4-4DAB-8349-3259C05FABA0}" srcId="{0014F87B-434E-4B2F-BC15-70D606F4F149}" destId="{98F571CD-716E-461C-8A8D-D0E48C19690F}" srcOrd="0" destOrd="0" parTransId="{5EAA453A-BFC2-493F-B0E0-5AB4BEF0BE52}" sibTransId="{AE0568F7-B35D-4A9E-8296-3CAE49E2857B}"/>
    <dgm:cxn modelId="{3E849EA7-B86F-455D-BA7D-3FE634D4D5A2}" srcId="{0014F87B-434E-4B2F-BC15-70D606F4F149}" destId="{4B359BC7-990F-4E51-BC33-94AE948F90D8}" srcOrd="1" destOrd="0" parTransId="{ADCD7870-D691-47E0-BA28-9306F6C2A044}" sibTransId="{AB2C9CDA-CE70-4F51-A1D6-B7B40CA57FED}"/>
    <dgm:cxn modelId="{BB6A1DC8-0337-4036-8893-9D5FF59DF9CC}" srcId="{4B359BC7-990F-4E51-BC33-94AE948F90D8}" destId="{2D713EF3-16C8-4682-8475-6C8506979FD0}" srcOrd="0" destOrd="0" parTransId="{B170B34D-E994-469F-AAFF-0F06BAF0DDC5}" sibTransId="{7F163A3D-DF7C-4AE4-8230-1938D1A9FD84}"/>
    <dgm:cxn modelId="{AB9EA8D8-0619-4B30-98AE-F8552B43A86F}" type="presOf" srcId="{0014F87B-434E-4B2F-BC15-70D606F4F149}" destId="{A91D4BD5-CA45-4DA7-ADA8-068C30D2897D}" srcOrd="0" destOrd="0" presId="urn:microsoft.com/office/officeart/2018/2/layout/IconVerticalSolidList"/>
    <dgm:cxn modelId="{32E53DF7-9935-4887-8647-06B60237F051}" type="presOf" srcId="{4B359BC7-990F-4E51-BC33-94AE948F90D8}" destId="{F61022D7-CBBA-460D-80AE-21DBA759AA6F}" srcOrd="0" destOrd="0" presId="urn:microsoft.com/office/officeart/2018/2/layout/IconVerticalSolidList"/>
    <dgm:cxn modelId="{5736CC59-8245-4891-8555-B25AE521AA9A}" type="presParOf" srcId="{A91D4BD5-CA45-4DA7-ADA8-068C30D2897D}" destId="{6DB9CEBE-C25B-494B-B3B9-8E35E2223FBA}" srcOrd="0" destOrd="0" presId="urn:microsoft.com/office/officeart/2018/2/layout/IconVerticalSolidList"/>
    <dgm:cxn modelId="{E94A8208-E0B8-44D9-8BDF-28A6938D633F}" type="presParOf" srcId="{6DB9CEBE-C25B-494B-B3B9-8E35E2223FBA}" destId="{C712A24F-975C-4F30-B562-05B165C3F4FD}" srcOrd="0" destOrd="0" presId="urn:microsoft.com/office/officeart/2018/2/layout/IconVerticalSolidList"/>
    <dgm:cxn modelId="{1FD2333A-243D-43EC-AEDF-18954DDDD97E}" type="presParOf" srcId="{6DB9CEBE-C25B-494B-B3B9-8E35E2223FBA}" destId="{27A4A6AF-A407-47E0-A26D-75D8294751A1}" srcOrd="1" destOrd="0" presId="urn:microsoft.com/office/officeart/2018/2/layout/IconVerticalSolidList"/>
    <dgm:cxn modelId="{3F05CF99-9814-4D0C-9510-BF44F1A49D2C}" type="presParOf" srcId="{6DB9CEBE-C25B-494B-B3B9-8E35E2223FBA}" destId="{7698D503-D069-4FF0-BAD6-13B3711559CD}" srcOrd="2" destOrd="0" presId="urn:microsoft.com/office/officeart/2018/2/layout/IconVerticalSolidList"/>
    <dgm:cxn modelId="{68E089CB-F718-44DD-9CA6-E0B9F23AF22D}" type="presParOf" srcId="{6DB9CEBE-C25B-494B-B3B9-8E35E2223FBA}" destId="{824B2B75-AF4E-40EC-A238-3A3760022358}" srcOrd="3" destOrd="0" presId="urn:microsoft.com/office/officeart/2018/2/layout/IconVerticalSolidList"/>
    <dgm:cxn modelId="{98CE0DAF-3D04-49F3-8E80-E58ED65DAB55}" type="presParOf" srcId="{A91D4BD5-CA45-4DA7-ADA8-068C30D2897D}" destId="{F8304FBB-A31D-4248-9391-84E07D70F755}" srcOrd="1" destOrd="0" presId="urn:microsoft.com/office/officeart/2018/2/layout/IconVerticalSolidList"/>
    <dgm:cxn modelId="{58CF740A-A9CF-42D1-9586-9ABA1357E2E3}" type="presParOf" srcId="{A91D4BD5-CA45-4DA7-ADA8-068C30D2897D}" destId="{0545D05E-37E4-45CB-A536-5DD1A77E9B4F}" srcOrd="2" destOrd="0" presId="urn:microsoft.com/office/officeart/2018/2/layout/IconVerticalSolidList"/>
    <dgm:cxn modelId="{85C874AC-8F56-4360-BA5E-84EC4D244FEB}" type="presParOf" srcId="{0545D05E-37E4-45CB-A536-5DD1A77E9B4F}" destId="{30B7DEBB-DA15-4B54-AFAD-4BC92CA97874}" srcOrd="0" destOrd="0" presId="urn:microsoft.com/office/officeart/2018/2/layout/IconVerticalSolidList"/>
    <dgm:cxn modelId="{7692D369-161C-42CE-98EB-05E15BCDD7A5}" type="presParOf" srcId="{0545D05E-37E4-45CB-A536-5DD1A77E9B4F}" destId="{B706BE97-D94A-4ED0-B7A7-BC7399FA0283}" srcOrd="1" destOrd="0" presId="urn:microsoft.com/office/officeart/2018/2/layout/IconVerticalSolidList"/>
    <dgm:cxn modelId="{DA527E4E-0784-4831-9B03-E9594103C572}" type="presParOf" srcId="{0545D05E-37E4-45CB-A536-5DD1A77E9B4F}" destId="{BEB8D056-FFBA-4AB3-82FE-DBEBD0F811BE}" srcOrd="2" destOrd="0" presId="urn:microsoft.com/office/officeart/2018/2/layout/IconVerticalSolidList"/>
    <dgm:cxn modelId="{63449E3C-FC7D-44DB-9B74-18A320BE7BC5}" type="presParOf" srcId="{0545D05E-37E4-45CB-A536-5DD1A77E9B4F}" destId="{F61022D7-CBBA-460D-80AE-21DBA759AA6F}" srcOrd="3" destOrd="0" presId="urn:microsoft.com/office/officeart/2018/2/layout/IconVerticalSolidList"/>
    <dgm:cxn modelId="{BB4D2FF3-29CA-4513-89B3-24BDD95AAA6E}" type="presParOf" srcId="{0545D05E-37E4-45CB-A536-5DD1A77E9B4F}" destId="{9FF22DD2-B6C6-4B78-82A4-23BA016E683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9FE850-A445-4C78-BF26-5DDCA00BEEAF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E5701B-E7A7-45AE-821A-F8D6972440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 err="1">
              <a:latin typeface="Aptos" panose="020B0004020202020204" pitchFamily="34" charset="0"/>
            </a:rPr>
            <a:t>Giải</a:t>
          </a:r>
          <a:r>
            <a:rPr lang="en-US" b="1" i="0" baseline="0" dirty="0">
              <a:latin typeface="Aptos" panose="020B0004020202020204" pitchFamily="34" charset="0"/>
            </a:rPr>
            <a:t> </a:t>
          </a:r>
          <a:r>
            <a:rPr lang="en-US" b="1" i="0" baseline="0" dirty="0" err="1">
              <a:latin typeface="Aptos" panose="020B0004020202020204" pitchFamily="34" charset="0"/>
            </a:rPr>
            <a:t>pháp</a:t>
          </a:r>
          <a:r>
            <a:rPr lang="en-US" b="1" i="0" baseline="0" dirty="0">
              <a:latin typeface="Aptos" panose="020B0004020202020204" pitchFamily="34" charset="0"/>
            </a:rPr>
            <a:t>: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Ứng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dụng</a:t>
          </a:r>
          <a:r>
            <a:rPr lang="en-US" b="0" i="0" baseline="0" dirty="0">
              <a:latin typeface="Aptos" panose="020B0004020202020204" pitchFamily="34" charset="0"/>
            </a:rPr>
            <a:t> AI (LLM) </a:t>
          </a:r>
          <a:r>
            <a:rPr lang="en-US" b="0" i="0" baseline="0" dirty="0" err="1">
              <a:latin typeface="Aptos" panose="020B0004020202020204" pitchFamily="34" charset="0"/>
            </a:rPr>
            <a:t>để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tự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động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hóa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quy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trình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đọc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hiểu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và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đối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soát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văn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bản</a:t>
          </a:r>
          <a:r>
            <a:rPr lang="en-US" b="0" i="0" baseline="0" dirty="0">
              <a:latin typeface="Aptos" panose="020B0004020202020204" pitchFamily="34" charset="0"/>
            </a:rPr>
            <a:t>.</a:t>
          </a:r>
          <a:endParaRPr lang="en-US" dirty="0">
            <a:latin typeface="Aptos" panose="020B0004020202020204" pitchFamily="34" charset="0"/>
          </a:endParaRPr>
        </a:p>
      </dgm:t>
    </dgm:pt>
    <dgm:pt modelId="{931EDFB0-123A-4F0E-8197-2615816CCD60}" type="parTrans" cxnId="{EC73A73D-29DA-4EE5-B69D-C7B378C7416D}">
      <dgm:prSet/>
      <dgm:spPr/>
      <dgm:t>
        <a:bodyPr/>
        <a:lstStyle/>
        <a:p>
          <a:endParaRPr lang="en-US"/>
        </a:p>
      </dgm:t>
    </dgm:pt>
    <dgm:pt modelId="{3923EF37-90A6-4EFB-9F21-24357182BF9E}" type="sibTrans" cxnId="{EC73A73D-29DA-4EE5-B69D-C7B378C7416D}">
      <dgm:prSet/>
      <dgm:spPr/>
      <dgm:t>
        <a:bodyPr/>
        <a:lstStyle/>
        <a:p>
          <a:endParaRPr lang="en-US"/>
        </a:p>
      </dgm:t>
    </dgm:pt>
    <dgm:pt modelId="{3D2FC4F5-6CEA-4FB7-AEB7-B55B097301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Mục tiêu hệ thống:</a:t>
          </a:r>
          <a:endParaRPr lang="en-US"/>
        </a:p>
      </dgm:t>
    </dgm:pt>
    <dgm:pt modelId="{DA1EAADF-73D4-4F13-86C3-7E74510CC89D}" type="parTrans" cxnId="{10E57826-3030-44D2-AEE0-BAF285576C57}">
      <dgm:prSet/>
      <dgm:spPr/>
      <dgm:t>
        <a:bodyPr/>
        <a:lstStyle/>
        <a:p>
          <a:endParaRPr lang="en-US"/>
        </a:p>
      </dgm:t>
    </dgm:pt>
    <dgm:pt modelId="{15B815C5-90B7-4954-85E0-9F63D91B2A7E}" type="sibTrans" cxnId="{10E57826-3030-44D2-AEE0-BAF285576C57}">
      <dgm:prSet/>
      <dgm:spPr/>
      <dgm:t>
        <a:bodyPr/>
        <a:lstStyle/>
        <a:p>
          <a:endParaRPr lang="en-US"/>
        </a:p>
      </dgm:t>
    </dgm:pt>
    <dgm:pt modelId="{F72DE5D8-96D9-4A0E-86A1-11C48F51BE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 err="1"/>
            <a:t>Phân</a:t>
          </a:r>
          <a:r>
            <a:rPr lang="en-US" b="0" i="0" baseline="0" dirty="0"/>
            <a:t> </a:t>
          </a:r>
          <a:r>
            <a:rPr lang="en-US" b="0" i="0" baseline="0" dirty="0" err="1"/>
            <a:t>tích</a:t>
          </a:r>
          <a:r>
            <a:rPr lang="en-US" b="0" i="0" baseline="0" dirty="0"/>
            <a:t> </a:t>
          </a:r>
          <a:r>
            <a:rPr lang="en-US" b="0" i="0" baseline="0" dirty="0" err="1"/>
            <a:t>tài</a:t>
          </a:r>
          <a:r>
            <a:rPr lang="en-US" b="0" i="0" baseline="0" dirty="0"/>
            <a:t> </a:t>
          </a:r>
          <a:r>
            <a:rPr lang="en-US" b="0" i="0" baseline="0" dirty="0" err="1"/>
            <a:t>liệu</a:t>
          </a:r>
          <a:r>
            <a:rPr lang="en-US" b="0" i="0" baseline="0" dirty="0"/>
            <a:t> </a:t>
          </a:r>
          <a:r>
            <a:rPr lang="en-US" b="0" i="0" baseline="0" dirty="0">
              <a:latin typeface="Aptos" panose="020B0004020202020204" pitchFamily="34" charset="0"/>
            </a:rPr>
            <a:t>PDF</a:t>
          </a:r>
          <a:r>
            <a:rPr lang="en-US" b="0" i="0" baseline="0" dirty="0"/>
            <a:t>/Word </a:t>
          </a:r>
          <a:r>
            <a:rPr lang="en-US" b="0" i="0" baseline="0" dirty="0" err="1"/>
            <a:t>trong</a:t>
          </a:r>
          <a:r>
            <a:rPr lang="en-US" b="0" i="0" baseline="0" dirty="0"/>
            <a:t> &lt; 10 </a:t>
          </a:r>
          <a:r>
            <a:rPr lang="en-US" b="0" i="0" baseline="0" dirty="0" err="1"/>
            <a:t>giây</a:t>
          </a:r>
          <a:r>
            <a:rPr lang="en-US" b="0" i="0" baseline="0" dirty="0"/>
            <a:t>.</a:t>
          </a:r>
          <a:endParaRPr lang="en-US" dirty="0"/>
        </a:p>
      </dgm:t>
    </dgm:pt>
    <dgm:pt modelId="{20768E8F-BD6F-44B5-A260-60AB927129B6}" type="parTrans" cxnId="{C5DF39E5-DA52-4AE9-85CC-106BE635F317}">
      <dgm:prSet/>
      <dgm:spPr/>
      <dgm:t>
        <a:bodyPr/>
        <a:lstStyle/>
        <a:p>
          <a:endParaRPr lang="en-US"/>
        </a:p>
      </dgm:t>
    </dgm:pt>
    <dgm:pt modelId="{5B513E0A-5BBA-4ABA-ADEC-E8C218C704AF}" type="sibTrans" cxnId="{C5DF39E5-DA52-4AE9-85CC-106BE635F317}">
      <dgm:prSet/>
      <dgm:spPr/>
      <dgm:t>
        <a:bodyPr/>
        <a:lstStyle/>
        <a:p>
          <a:endParaRPr lang="en-US"/>
        </a:p>
      </dgm:t>
    </dgm:pt>
    <dgm:pt modelId="{CAA9A098-9E56-4E1A-AAA4-A4762061D7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Chấm điểm tuân thủ (Compliance Score) trực quan.</a:t>
          </a:r>
          <a:endParaRPr lang="en-US"/>
        </a:p>
      </dgm:t>
    </dgm:pt>
    <dgm:pt modelId="{AEC9CE39-BBF0-4CF5-A6B8-E596902C6589}" type="parTrans" cxnId="{203FCAEC-CB53-4655-9C5B-C4068B478849}">
      <dgm:prSet/>
      <dgm:spPr/>
      <dgm:t>
        <a:bodyPr/>
        <a:lstStyle/>
        <a:p>
          <a:endParaRPr lang="en-US"/>
        </a:p>
      </dgm:t>
    </dgm:pt>
    <dgm:pt modelId="{0E51987D-E6A2-45EB-8C08-00A4AC1FA36E}" type="sibTrans" cxnId="{203FCAEC-CB53-4655-9C5B-C4068B478849}">
      <dgm:prSet/>
      <dgm:spPr/>
      <dgm:t>
        <a:bodyPr/>
        <a:lstStyle/>
        <a:p>
          <a:endParaRPr lang="en-US"/>
        </a:p>
      </dgm:t>
    </dgm:pt>
    <dgm:pt modelId="{3980C43D-D7F4-4A87-ACFC-F5C34571A1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Cung cấp dẫn chứng (Reference) cụ thể cho từng lỗi vi phạm.</a:t>
          </a:r>
          <a:endParaRPr lang="en-US"/>
        </a:p>
      </dgm:t>
    </dgm:pt>
    <dgm:pt modelId="{D4270F54-6354-44F0-82D3-5AB92665362B}" type="parTrans" cxnId="{3FD1A638-1398-404B-BBEC-9D6CB9F00C6A}">
      <dgm:prSet/>
      <dgm:spPr/>
      <dgm:t>
        <a:bodyPr/>
        <a:lstStyle/>
        <a:p>
          <a:endParaRPr lang="en-US"/>
        </a:p>
      </dgm:t>
    </dgm:pt>
    <dgm:pt modelId="{B462766D-4715-48E8-B2C9-72167B6AF1F1}" type="sibTrans" cxnId="{3FD1A638-1398-404B-BBEC-9D6CB9F00C6A}">
      <dgm:prSet/>
      <dgm:spPr/>
      <dgm:t>
        <a:bodyPr/>
        <a:lstStyle/>
        <a:p>
          <a:endParaRPr lang="en-US"/>
        </a:p>
      </dgm:t>
    </dgm:pt>
    <dgm:pt modelId="{D88AFF53-7571-46B0-880D-6F9C6685E885}" type="pres">
      <dgm:prSet presAssocID="{A29FE850-A445-4C78-BF26-5DDCA00BEEAF}" presName="Name0" presStyleCnt="0">
        <dgm:presLayoutVars>
          <dgm:dir/>
          <dgm:animLvl val="lvl"/>
          <dgm:resizeHandles val="exact"/>
        </dgm:presLayoutVars>
      </dgm:prSet>
      <dgm:spPr/>
    </dgm:pt>
    <dgm:pt modelId="{DF9A0D75-1450-4D17-9979-76DE6EBB79D0}" type="pres">
      <dgm:prSet presAssocID="{3D2FC4F5-6CEA-4FB7-AEB7-B55B097301FE}" presName="boxAndChildren" presStyleCnt="0"/>
      <dgm:spPr/>
    </dgm:pt>
    <dgm:pt modelId="{6C2A1FF2-41EE-4E67-AFB0-CFCD06D34111}" type="pres">
      <dgm:prSet presAssocID="{3D2FC4F5-6CEA-4FB7-AEB7-B55B097301FE}" presName="parentTextBox" presStyleLbl="node1" presStyleIdx="0" presStyleCnt="2"/>
      <dgm:spPr/>
    </dgm:pt>
    <dgm:pt modelId="{59A7BCCB-B3BD-47B5-A79A-5D99723B1B3D}" type="pres">
      <dgm:prSet presAssocID="{3D2FC4F5-6CEA-4FB7-AEB7-B55B097301FE}" presName="entireBox" presStyleLbl="node1" presStyleIdx="0" presStyleCnt="2"/>
      <dgm:spPr/>
    </dgm:pt>
    <dgm:pt modelId="{401F975B-84A6-4263-A19C-11B2105B3D43}" type="pres">
      <dgm:prSet presAssocID="{3D2FC4F5-6CEA-4FB7-AEB7-B55B097301FE}" presName="descendantBox" presStyleCnt="0"/>
      <dgm:spPr/>
    </dgm:pt>
    <dgm:pt modelId="{20653362-D0A3-4158-8CD1-23BC7A1906F2}" type="pres">
      <dgm:prSet presAssocID="{F72DE5D8-96D9-4A0E-86A1-11C48F51BEA3}" presName="childTextBox" presStyleLbl="fgAccFollowNode1" presStyleIdx="0" presStyleCnt="3">
        <dgm:presLayoutVars>
          <dgm:bulletEnabled val="1"/>
        </dgm:presLayoutVars>
      </dgm:prSet>
      <dgm:spPr/>
    </dgm:pt>
    <dgm:pt modelId="{5E5D2532-A1A4-4AA5-8786-8646E3F35AFF}" type="pres">
      <dgm:prSet presAssocID="{CAA9A098-9E56-4E1A-AAA4-A4762061D7F2}" presName="childTextBox" presStyleLbl="fgAccFollowNode1" presStyleIdx="1" presStyleCnt="3">
        <dgm:presLayoutVars>
          <dgm:bulletEnabled val="1"/>
        </dgm:presLayoutVars>
      </dgm:prSet>
      <dgm:spPr/>
    </dgm:pt>
    <dgm:pt modelId="{824AE63E-5817-4E3F-BA8D-21AFEBE59F97}" type="pres">
      <dgm:prSet presAssocID="{3980C43D-D7F4-4A87-ACFC-F5C34571A108}" presName="childTextBox" presStyleLbl="fgAccFollowNode1" presStyleIdx="2" presStyleCnt="3">
        <dgm:presLayoutVars>
          <dgm:bulletEnabled val="1"/>
        </dgm:presLayoutVars>
      </dgm:prSet>
      <dgm:spPr/>
    </dgm:pt>
    <dgm:pt modelId="{A1DAC592-5C1A-4BF2-8648-9476D14D7257}" type="pres">
      <dgm:prSet presAssocID="{3923EF37-90A6-4EFB-9F21-24357182BF9E}" presName="sp" presStyleCnt="0"/>
      <dgm:spPr/>
    </dgm:pt>
    <dgm:pt modelId="{E331D469-BEEA-4CC8-8BFC-5DA9B7B3368A}" type="pres">
      <dgm:prSet presAssocID="{93E5701B-E7A7-45AE-821A-F8D6972440B6}" presName="arrowAndChildren" presStyleCnt="0"/>
      <dgm:spPr/>
    </dgm:pt>
    <dgm:pt modelId="{38DC0280-73D9-4771-8E5B-8622FABD3F2C}" type="pres">
      <dgm:prSet presAssocID="{93E5701B-E7A7-45AE-821A-F8D6972440B6}" presName="parentTextArrow" presStyleLbl="node1" presStyleIdx="1" presStyleCnt="2"/>
      <dgm:spPr/>
    </dgm:pt>
  </dgm:ptLst>
  <dgm:cxnLst>
    <dgm:cxn modelId="{29F85206-0451-4803-9E9F-397139AB812C}" type="presOf" srcId="{CAA9A098-9E56-4E1A-AAA4-A4762061D7F2}" destId="{5E5D2532-A1A4-4AA5-8786-8646E3F35AFF}" srcOrd="0" destOrd="0" presId="urn:microsoft.com/office/officeart/2005/8/layout/process4"/>
    <dgm:cxn modelId="{10E57826-3030-44D2-AEE0-BAF285576C57}" srcId="{A29FE850-A445-4C78-BF26-5DDCA00BEEAF}" destId="{3D2FC4F5-6CEA-4FB7-AEB7-B55B097301FE}" srcOrd="1" destOrd="0" parTransId="{DA1EAADF-73D4-4F13-86C3-7E74510CC89D}" sibTransId="{15B815C5-90B7-4954-85E0-9F63D91B2A7E}"/>
    <dgm:cxn modelId="{3FD1A638-1398-404B-BBEC-9D6CB9F00C6A}" srcId="{3D2FC4F5-6CEA-4FB7-AEB7-B55B097301FE}" destId="{3980C43D-D7F4-4A87-ACFC-F5C34571A108}" srcOrd="2" destOrd="0" parTransId="{D4270F54-6354-44F0-82D3-5AB92665362B}" sibTransId="{B462766D-4715-48E8-B2C9-72167B6AF1F1}"/>
    <dgm:cxn modelId="{EC73A73D-29DA-4EE5-B69D-C7B378C7416D}" srcId="{A29FE850-A445-4C78-BF26-5DDCA00BEEAF}" destId="{93E5701B-E7A7-45AE-821A-F8D6972440B6}" srcOrd="0" destOrd="0" parTransId="{931EDFB0-123A-4F0E-8197-2615816CCD60}" sibTransId="{3923EF37-90A6-4EFB-9F21-24357182BF9E}"/>
    <dgm:cxn modelId="{88F4E76F-2FB3-422B-ADE0-3D625BCBFBE7}" type="presOf" srcId="{F72DE5D8-96D9-4A0E-86A1-11C48F51BEA3}" destId="{20653362-D0A3-4158-8CD1-23BC7A1906F2}" srcOrd="0" destOrd="0" presId="urn:microsoft.com/office/officeart/2005/8/layout/process4"/>
    <dgm:cxn modelId="{1A31BA54-FF36-4456-BA00-D52CFE8603A0}" type="presOf" srcId="{3980C43D-D7F4-4A87-ACFC-F5C34571A108}" destId="{824AE63E-5817-4E3F-BA8D-21AFEBE59F97}" srcOrd="0" destOrd="0" presId="urn:microsoft.com/office/officeart/2005/8/layout/process4"/>
    <dgm:cxn modelId="{3E2D0EB2-90F8-4F73-804D-F08CD297AC07}" type="presOf" srcId="{3D2FC4F5-6CEA-4FB7-AEB7-B55B097301FE}" destId="{59A7BCCB-B3BD-47B5-A79A-5D99723B1B3D}" srcOrd="1" destOrd="0" presId="urn:microsoft.com/office/officeart/2005/8/layout/process4"/>
    <dgm:cxn modelId="{EE0E86BA-8E7B-4A1D-AC31-0164F51A5646}" type="presOf" srcId="{A29FE850-A445-4C78-BF26-5DDCA00BEEAF}" destId="{D88AFF53-7571-46B0-880D-6F9C6685E885}" srcOrd="0" destOrd="0" presId="urn:microsoft.com/office/officeart/2005/8/layout/process4"/>
    <dgm:cxn modelId="{0D7D23BD-90DF-4E80-955E-017A41D6D215}" type="presOf" srcId="{3D2FC4F5-6CEA-4FB7-AEB7-B55B097301FE}" destId="{6C2A1FF2-41EE-4E67-AFB0-CFCD06D34111}" srcOrd="0" destOrd="0" presId="urn:microsoft.com/office/officeart/2005/8/layout/process4"/>
    <dgm:cxn modelId="{C5DF39E5-DA52-4AE9-85CC-106BE635F317}" srcId="{3D2FC4F5-6CEA-4FB7-AEB7-B55B097301FE}" destId="{F72DE5D8-96D9-4A0E-86A1-11C48F51BEA3}" srcOrd="0" destOrd="0" parTransId="{20768E8F-BD6F-44B5-A260-60AB927129B6}" sibTransId="{5B513E0A-5BBA-4ABA-ADEC-E8C218C704AF}"/>
    <dgm:cxn modelId="{203FCAEC-CB53-4655-9C5B-C4068B478849}" srcId="{3D2FC4F5-6CEA-4FB7-AEB7-B55B097301FE}" destId="{CAA9A098-9E56-4E1A-AAA4-A4762061D7F2}" srcOrd="1" destOrd="0" parTransId="{AEC9CE39-BBF0-4CF5-A6B8-E596902C6589}" sibTransId="{0E51987D-E6A2-45EB-8C08-00A4AC1FA36E}"/>
    <dgm:cxn modelId="{9285C8F8-2939-4BDB-87AC-5E8262A78C8D}" type="presOf" srcId="{93E5701B-E7A7-45AE-821A-F8D6972440B6}" destId="{38DC0280-73D9-4771-8E5B-8622FABD3F2C}" srcOrd="0" destOrd="0" presId="urn:microsoft.com/office/officeart/2005/8/layout/process4"/>
    <dgm:cxn modelId="{11B78AB0-B69E-46AA-AD83-41B118302DA8}" type="presParOf" srcId="{D88AFF53-7571-46B0-880D-6F9C6685E885}" destId="{DF9A0D75-1450-4D17-9979-76DE6EBB79D0}" srcOrd="0" destOrd="0" presId="urn:microsoft.com/office/officeart/2005/8/layout/process4"/>
    <dgm:cxn modelId="{4E6FB42A-5394-4281-A054-85CC5C8BB98C}" type="presParOf" srcId="{DF9A0D75-1450-4D17-9979-76DE6EBB79D0}" destId="{6C2A1FF2-41EE-4E67-AFB0-CFCD06D34111}" srcOrd="0" destOrd="0" presId="urn:microsoft.com/office/officeart/2005/8/layout/process4"/>
    <dgm:cxn modelId="{CE99AF21-3B4A-44F1-B404-EAC74D3A72D3}" type="presParOf" srcId="{DF9A0D75-1450-4D17-9979-76DE6EBB79D0}" destId="{59A7BCCB-B3BD-47B5-A79A-5D99723B1B3D}" srcOrd="1" destOrd="0" presId="urn:microsoft.com/office/officeart/2005/8/layout/process4"/>
    <dgm:cxn modelId="{6DBF5959-ED86-4A7A-B745-4473DC127C39}" type="presParOf" srcId="{DF9A0D75-1450-4D17-9979-76DE6EBB79D0}" destId="{401F975B-84A6-4263-A19C-11B2105B3D43}" srcOrd="2" destOrd="0" presId="urn:microsoft.com/office/officeart/2005/8/layout/process4"/>
    <dgm:cxn modelId="{657DE131-0539-4825-9F6E-1D1E2879CDB8}" type="presParOf" srcId="{401F975B-84A6-4263-A19C-11B2105B3D43}" destId="{20653362-D0A3-4158-8CD1-23BC7A1906F2}" srcOrd="0" destOrd="0" presId="urn:microsoft.com/office/officeart/2005/8/layout/process4"/>
    <dgm:cxn modelId="{5BAEEA29-174C-46DF-B55E-FCE24BD686DC}" type="presParOf" srcId="{401F975B-84A6-4263-A19C-11B2105B3D43}" destId="{5E5D2532-A1A4-4AA5-8786-8646E3F35AFF}" srcOrd="1" destOrd="0" presId="urn:microsoft.com/office/officeart/2005/8/layout/process4"/>
    <dgm:cxn modelId="{9D1E301E-3565-4580-9130-01BE4508BB1A}" type="presParOf" srcId="{401F975B-84A6-4263-A19C-11B2105B3D43}" destId="{824AE63E-5817-4E3F-BA8D-21AFEBE59F97}" srcOrd="2" destOrd="0" presId="urn:microsoft.com/office/officeart/2005/8/layout/process4"/>
    <dgm:cxn modelId="{50434BE5-3D83-451E-9A55-991A5B17E610}" type="presParOf" srcId="{D88AFF53-7571-46B0-880D-6F9C6685E885}" destId="{A1DAC592-5C1A-4BF2-8648-9476D14D7257}" srcOrd="1" destOrd="0" presId="urn:microsoft.com/office/officeart/2005/8/layout/process4"/>
    <dgm:cxn modelId="{EBC58620-7B5D-4230-95F0-477A482DFB66}" type="presParOf" srcId="{D88AFF53-7571-46B0-880D-6F9C6685E885}" destId="{E331D469-BEEA-4CC8-8BFC-5DA9B7B3368A}" srcOrd="2" destOrd="0" presId="urn:microsoft.com/office/officeart/2005/8/layout/process4"/>
    <dgm:cxn modelId="{86B0EA46-9625-4878-9928-6933CF7FCD66}" type="presParOf" srcId="{E331D469-BEEA-4CC8-8BFC-5DA9B7B3368A}" destId="{38DC0280-73D9-4771-8E5B-8622FABD3F2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FA2D82-9F63-4628-9751-6DF9611FE9F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ECA8D4-C849-4508-8049-C37D677A42C6}">
      <dgm:prSet/>
      <dgm:spPr/>
      <dgm:t>
        <a:bodyPr/>
        <a:lstStyle/>
        <a:p>
          <a:pPr>
            <a:defRPr b="1"/>
          </a:pPr>
          <a:r>
            <a:rPr lang="en-US" b="1" i="0" baseline="0"/>
            <a:t>Logic xử lý:</a:t>
          </a:r>
          <a:endParaRPr lang="en-US"/>
        </a:p>
      </dgm:t>
    </dgm:pt>
    <dgm:pt modelId="{038ABC32-483B-437A-9EE2-ED52BE38BF4B}" type="parTrans" cxnId="{805E834E-DB33-4109-9E35-4188EAA2D7C7}">
      <dgm:prSet/>
      <dgm:spPr/>
      <dgm:t>
        <a:bodyPr/>
        <a:lstStyle/>
        <a:p>
          <a:endParaRPr lang="en-US"/>
        </a:p>
      </dgm:t>
    </dgm:pt>
    <dgm:pt modelId="{FC2A8AEE-A884-44C7-AE80-4EC0D01D66D6}" type="sibTrans" cxnId="{805E834E-DB33-4109-9E35-4188EAA2D7C7}">
      <dgm:prSet/>
      <dgm:spPr/>
      <dgm:t>
        <a:bodyPr/>
        <a:lstStyle/>
        <a:p>
          <a:endParaRPr lang="en-US"/>
        </a:p>
      </dgm:t>
    </dgm:pt>
    <dgm:pt modelId="{758A826C-77B3-4DE6-B66A-E2C4B022CB6E}">
      <dgm:prSet/>
      <dgm:spPr/>
      <dgm:t>
        <a:bodyPr/>
        <a:lstStyle/>
        <a:p>
          <a:r>
            <a:rPr lang="en-US" b="0" i="0" baseline="0"/>
            <a:t>Tách nội dung (Text Extraction) từ File.</a:t>
          </a:r>
          <a:endParaRPr lang="en-US"/>
        </a:p>
      </dgm:t>
    </dgm:pt>
    <dgm:pt modelId="{06561237-D89C-457B-9D94-4DE9FA4D58C3}" type="parTrans" cxnId="{426815FD-5EBA-46A1-B657-A17C18D1D7FA}">
      <dgm:prSet/>
      <dgm:spPr/>
      <dgm:t>
        <a:bodyPr/>
        <a:lstStyle/>
        <a:p>
          <a:endParaRPr lang="en-US"/>
        </a:p>
      </dgm:t>
    </dgm:pt>
    <dgm:pt modelId="{3A787E72-6A6E-41CD-85A1-D4324F43077C}" type="sibTrans" cxnId="{426815FD-5EBA-46A1-B657-A17C18D1D7FA}">
      <dgm:prSet/>
      <dgm:spPr/>
      <dgm:t>
        <a:bodyPr/>
        <a:lstStyle/>
        <a:p>
          <a:endParaRPr lang="en-US"/>
        </a:p>
      </dgm:t>
    </dgm:pt>
    <dgm:pt modelId="{74D4E9CB-65BD-478E-AEFF-170A1D5F0F79}">
      <dgm:prSet/>
      <dgm:spPr/>
      <dgm:t>
        <a:bodyPr/>
        <a:lstStyle/>
        <a:p>
          <a:r>
            <a:rPr lang="en-US" b="1" i="0" baseline="0"/>
            <a:t>Prompt Engineering:</a:t>
          </a:r>
          <a:r>
            <a:rPr lang="en-US" b="0" i="0" baseline="0"/>
            <a:t> Ép kiểu AI trả về dữ liệu cấu trúc JSON (Status, Score, Issues).</a:t>
          </a:r>
          <a:endParaRPr lang="en-US"/>
        </a:p>
      </dgm:t>
    </dgm:pt>
    <dgm:pt modelId="{68757876-6A27-4973-88DA-6F384A615D37}" type="parTrans" cxnId="{A66C18ED-AEFA-494B-B805-C4EF47358809}">
      <dgm:prSet/>
      <dgm:spPr/>
      <dgm:t>
        <a:bodyPr/>
        <a:lstStyle/>
        <a:p>
          <a:endParaRPr lang="en-US"/>
        </a:p>
      </dgm:t>
    </dgm:pt>
    <dgm:pt modelId="{DFC1FE7C-63BD-46F4-8043-E1D44FCDD7E5}" type="sibTrans" cxnId="{A66C18ED-AEFA-494B-B805-C4EF47358809}">
      <dgm:prSet/>
      <dgm:spPr/>
      <dgm:t>
        <a:bodyPr/>
        <a:lstStyle/>
        <a:p>
          <a:endParaRPr lang="en-US"/>
        </a:p>
      </dgm:t>
    </dgm:pt>
    <dgm:pt modelId="{7FC0296B-BA7E-46F4-A467-64C2EC8EACB7}">
      <dgm:prSet/>
      <dgm:spPr/>
      <dgm:t>
        <a:bodyPr/>
        <a:lstStyle/>
        <a:p>
          <a:r>
            <a:rPr lang="en-US" b="1" i="0" baseline="0"/>
            <a:t>Validation:</a:t>
          </a:r>
          <a:r>
            <a:rPr lang="en-US" b="0" i="0" baseline="0"/>
            <a:t> Kiểm tra tính chính xác của JSON trước khi lưu vào Database.</a:t>
          </a:r>
          <a:endParaRPr lang="en-US"/>
        </a:p>
      </dgm:t>
    </dgm:pt>
    <dgm:pt modelId="{596DEC42-F2E0-4FAE-886C-41954F8EAE5E}" type="parTrans" cxnId="{D1B2E437-4BD1-4D21-BBEC-DB720FDA78F8}">
      <dgm:prSet/>
      <dgm:spPr/>
      <dgm:t>
        <a:bodyPr/>
        <a:lstStyle/>
        <a:p>
          <a:endParaRPr lang="en-US"/>
        </a:p>
      </dgm:t>
    </dgm:pt>
    <dgm:pt modelId="{716498B2-122C-403D-B4B2-8C3D8CECE2A1}" type="sibTrans" cxnId="{D1B2E437-4BD1-4D21-BBEC-DB720FDA78F8}">
      <dgm:prSet/>
      <dgm:spPr/>
      <dgm:t>
        <a:bodyPr/>
        <a:lstStyle/>
        <a:p>
          <a:endParaRPr lang="en-US"/>
        </a:p>
      </dgm:t>
    </dgm:pt>
    <dgm:pt modelId="{D54DC94B-0DF3-454D-B267-D89EF78B87F8}">
      <dgm:prSet/>
      <dgm:spPr/>
      <dgm:t>
        <a:bodyPr/>
        <a:lstStyle/>
        <a:p>
          <a:pPr>
            <a:defRPr b="1"/>
          </a:pPr>
          <a:r>
            <a:rPr lang="en-US" b="1" i="0" baseline="0"/>
            <a:t>Lợi ích:</a:t>
          </a:r>
          <a:r>
            <a:rPr lang="en-US" b="0" i="0" baseline="0"/>
            <a:t> Đảm bảo dữ liệu từ AI luôn hiển thị đồng bộ trên giao diện người dùng.</a:t>
          </a:r>
          <a:endParaRPr lang="en-US"/>
        </a:p>
      </dgm:t>
    </dgm:pt>
    <dgm:pt modelId="{C2F4AF00-ADC8-4E98-9E0C-745D4379B0BD}" type="parTrans" cxnId="{80A10759-E9FE-44AC-B716-CD0EF74F6397}">
      <dgm:prSet/>
      <dgm:spPr/>
      <dgm:t>
        <a:bodyPr/>
        <a:lstStyle/>
        <a:p>
          <a:endParaRPr lang="en-US"/>
        </a:p>
      </dgm:t>
    </dgm:pt>
    <dgm:pt modelId="{10FF0D72-8635-4134-B123-0FA2EFC0E956}" type="sibTrans" cxnId="{80A10759-E9FE-44AC-B716-CD0EF74F6397}">
      <dgm:prSet/>
      <dgm:spPr/>
      <dgm:t>
        <a:bodyPr/>
        <a:lstStyle/>
        <a:p>
          <a:endParaRPr lang="en-US"/>
        </a:p>
      </dgm:t>
    </dgm:pt>
    <dgm:pt modelId="{A581726B-5249-43CD-98EC-242C8533B59A}" type="pres">
      <dgm:prSet presAssocID="{66FA2D82-9F63-4628-9751-6DF9611FE9F6}" presName="outerComposite" presStyleCnt="0">
        <dgm:presLayoutVars>
          <dgm:chMax val="5"/>
          <dgm:dir/>
          <dgm:resizeHandles val="exact"/>
        </dgm:presLayoutVars>
      </dgm:prSet>
      <dgm:spPr/>
    </dgm:pt>
    <dgm:pt modelId="{5BA9417C-A8C4-40CD-AED7-7CC515E0177D}" type="pres">
      <dgm:prSet presAssocID="{66FA2D82-9F63-4628-9751-6DF9611FE9F6}" presName="dummyMaxCanvas" presStyleCnt="0">
        <dgm:presLayoutVars/>
      </dgm:prSet>
      <dgm:spPr/>
    </dgm:pt>
    <dgm:pt modelId="{948AA7AE-7E83-4293-8B64-4B808C46025C}" type="pres">
      <dgm:prSet presAssocID="{66FA2D82-9F63-4628-9751-6DF9611FE9F6}" presName="TwoNodes_1" presStyleLbl="node1" presStyleIdx="0" presStyleCnt="2">
        <dgm:presLayoutVars>
          <dgm:bulletEnabled val="1"/>
        </dgm:presLayoutVars>
      </dgm:prSet>
      <dgm:spPr/>
    </dgm:pt>
    <dgm:pt modelId="{42E3B916-B3C5-4A6F-8995-F4EA0680E9A4}" type="pres">
      <dgm:prSet presAssocID="{66FA2D82-9F63-4628-9751-6DF9611FE9F6}" presName="TwoNodes_2" presStyleLbl="node1" presStyleIdx="1" presStyleCnt="2">
        <dgm:presLayoutVars>
          <dgm:bulletEnabled val="1"/>
        </dgm:presLayoutVars>
      </dgm:prSet>
      <dgm:spPr/>
    </dgm:pt>
    <dgm:pt modelId="{060CEFD1-7738-4F42-9599-CADF01931F00}" type="pres">
      <dgm:prSet presAssocID="{66FA2D82-9F63-4628-9751-6DF9611FE9F6}" presName="TwoConn_1-2" presStyleLbl="fgAccFollowNode1" presStyleIdx="0" presStyleCnt="1">
        <dgm:presLayoutVars>
          <dgm:bulletEnabled val="1"/>
        </dgm:presLayoutVars>
      </dgm:prSet>
      <dgm:spPr/>
    </dgm:pt>
    <dgm:pt modelId="{362075C3-BDBD-4755-88E6-550335073606}" type="pres">
      <dgm:prSet presAssocID="{66FA2D82-9F63-4628-9751-6DF9611FE9F6}" presName="TwoNodes_1_text" presStyleLbl="node1" presStyleIdx="1" presStyleCnt="2">
        <dgm:presLayoutVars>
          <dgm:bulletEnabled val="1"/>
        </dgm:presLayoutVars>
      </dgm:prSet>
      <dgm:spPr/>
    </dgm:pt>
    <dgm:pt modelId="{0A01B54D-0820-4D45-ADBA-5F8D0B4025FC}" type="pres">
      <dgm:prSet presAssocID="{66FA2D82-9F63-4628-9751-6DF9611FE9F6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63460714-CD28-4A48-BB45-650745E01CD3}" type="presOf" srcId="{74D4E9CB-65BD-478E-AEFF-170A1D5F0F79}" destId="{362075C3-BDBD-4755-88E6-550335073606}" srcOrd="1" destOrd="2" presId="urn:microsoft.com/office/officeart/2005/8/layout/vProcess5"/>
    <dgm:cxn modelId="{D1B2E437-4BD1-4D21-BBEC-DB720FDA78F8}" srcId="{C8ECA8D4-C849-4508-8049-C37D677A42C6}" destId="{7FC0296B-BA7E-46F4-A467-64C2EC8EACB7}" srcOrd="2" destOrd="0" parTransId="{596DEC42-F2E0-4FAE-886C-41954F8EAE5E}" sibTransId="{716498B2-122C-403D-B4B2-8C3D8CECE2A1}"/>
    <dgm:cxn modelId="{805E834E-DB33-4109-9E35-4188EAA2D7C7}" srcId="{66FA2D82-9F63-4628-9751-6DF9611FE9F6}" destId="{C8ECA8D4-C849-4508-8049-C37D677A42C6}" srcOrd="0" destOrd="0" parTransId="{038ABC32-483B-437A-9EE2-ED52BE38BF4B}" sibTransId="{FC2A8AEE-A884-44C7-AE80-4EC0D01D66D6}"/>
    <dgm:cxn modelId="{8F707451-8B1A-4117-86DD-FCE54AF66F9D}" type="presOf" srcId="{74D4E9CB-65BD-478E-AEFF-170A1D5F0F79}" destId="{948AA7AE-7E83-4293-8B64-4B808C46025C}" srcOrd="0" destOrd="2" presId="urn:microsoft.com/office/officeart/2005/8/layout/vProcess5"/>
    <dgm:cxn modelId="{3C2B9571-9A8E-4964-903A-95B3FE6F0E7C}" type="presOf" srcId="{D54DC94B-0DF3-454D-B267-D89EF78B87F8}" destId="{0A01B54D-0820-4D45-ADBA-5F8D0B4025FC}" srcOrd="1" destOrd="0" presId="urn:microsoft.com/office/officeart/2005/8/layout/vProcess5"/>
    <dgm:cxn modelId="{4A9C9B74-A4B3-46FA-90F3-5E92CE8112A0}" type="presOf" srcId="{FC2A8AEE-A884-44C7-AE80-4EC0D01D66D6}" destId="{060CEFD1-7738-4F42-9599-CADF01931F00}" srcOrd="0" destOrd="0" presId="urn:microsoft.com/office/officeart/2005/8/layout/vProcess5"/>
    <dgm:cxn modelId="{57DFC357-3F49-4C88-8CBF-DB00CD9CCCE4}" type="presOf" srcId="{C8ECA8D4-C849-4508-8049-C37D677A42C6}" destId="{948AA7AE-7E83-4293-8B64-4B808C46025C}" srcOrd="0" destOrd="0" presId="urn:microsoft.com/office/officeart/2005/8/layout/vProcess5"/>
    <dgm:cxn modelId="{80A10759-E9FE-44AC-B716-CD0EF74F6397}" srcId="{66FA2D82-9F63-4628-9751-6DF9611FE9F6}" destId="{D54DC94B-0DF3-454D-B267-D89EF78B87F8}" srcOrd="1" destOrd="0" parTransId="{C2F4AF00-ADC8-4E98-9E0C-745D4379B0BD}" sibTransId="{10FF0D72-8635-4134-B123-0FA2EFC0E956}"/>
    <dgm:cxn modelId="{94A13781-AAF3-4F9C-AAE6-588A2ECFCB35}" type="presOf" srcId="{7FC0296B-BA7E-46F4-A467-64C2EC8EACB7}" destId="{948AA7AE-7E83-4293-8B64-4B808C46025C}" srcOrd="0" destOrd="3" presId="urn:microsoft.com/office/officeart/2005/8/layout/vProcess5"/>
    <dgm:cxn modelId="{19348681-8B2F-432C-8017-E7187EAF6810}" type="presOf" srcId="{758A826C-77B3-4DE6-B66A-E2C4B022CB6E}" destId="{362075C3-BDBD-4755-88E6-550335073606}" srcOrd="1" destOrd="1" presId="urn:microsoft.com/office/officeart/2005/8/layout/vProcess5"/>
    <dgm:cxn modelId="{14B40A98-7FF3-41E5-9EA9-0ED87661222B}" type="presOf" srcId="{C8ECA8D4-C849-4508-8049-C37D677A42C6}" destId="{362075C3-BDBD-4755-88E6-550335073606}" srcOrd="1" destOrd="0" presId="urn:microsoft.com/office/officeart/2005/8/layout/vProcess5"/>
    <dgm:cxn modelId="{4207BEC8-043B-4FB2-B4F0-2D06A99D379E}" type="presOf" srcId="{758A826C-77B3-4DE6-B66A-E2C4B022CB6E}" destId="{948AA7AE-7E83-4293-8B64-4B808C46025C}" srcOrd="0" destOrd="1" presId="urn:microsoft.com/office/officeart/2005/8/layout/vProcess5"/>
    <dgm:cxn modelId="{681C56EC-D596-4342-AF8E-A30218518394}" type="presOf" srcId="{66FA2D82-9F63-4628-9751-6DF9611FE9F6}" destId="{A581726B-5249-43CD-98EC-242C8533B59A}" srcOrd="0" destOrd="0" presId="urn:microsoft.com/office/officeart/2005/8/layout/vProcess5"/>
    <dgm:cxn modelId="{57C895EC-84CC-4D2B-A8EA-01141908E0C4}" type="presOf" srcId="{D54DC94B-0DF3-454D-B267-D89EF78B87F8}" destId="{42E3B916-B3C5-4A6F-8995-F4EA0680E9A4}" srcOrd="0" destOrd="0" presId="urn:microsoft.com/office/officeart/2005/8/layout/vProcess5"/>
    <dgm:cxn modelId="{A66C18ED-AEFA-494B-B805-C4EF47358809}" srcId="{C8ECA8D4-C849-4508-8049-C37D677A42C6}" destId="{74D4E9CB-65BD-478E-AEFF-170A1D5F0F79}" srcOrd="1" destOrd="0" parTransId="{68757876-6A27-4973-88DA-6F384A615D37}" sibTransId="{DFC1FE7C-63BD-46F4-8043-E1D44FCDD7E5}"/>
    <dgm:cxn modelId="{5E26FFEF-8819-4852-B993-7F165B0EDD69}" type="presOf" srcId="{7FC0296B-BA7E-46F4-A467-64C2EC8EACB7}" destId="{362075C3-BDBD-4755-88E6-550335073606}" srcOrd="1" destOrd="3" presId="urn:microsoft.com/office/officeart/2005/8/layout/vProcess5"/>
    <dgm:cxn modelId="{426815FD-5EBA-46A1-B657-A17C18D1D7FA}" srcId="{C8ECA8D4-C849-4508-8049-C37D677A42C6}" destId="{758A826C-77B3-4DE6-B66A-E2C4B022CB6E}" srcOrd="0" destOrd="0" parTransId="{06561237-D89C-457B-9D94-4DE9FA4D58C3}" sibTransId="{3A787E72-6A6E-41CD-85A1-D4324F43077C}"/>
    <dgm:cxn modelId="{1EBDCC42-3756-46F2-BAE2-922E31E07430}" type="presParOf" srcId="{A581726B-5249-43CD-98EC-242C8533B59A}" destId="{5BA9417C-A8C4-40CD-AED7-7CC515E0177D}" srcOrd="0" destOrd="0" presId="urn:microsoft.com/office/officeart/2005/8/layout/vProcess5"/>
    <dgm:cxn modelId="{03CAE9E0-7D6B-4EFB-A939-602302DE5EBB}" type="presParOf" srcId="{A581726B-5249-43CD-98EC-242C8533B59A}" destId="{948AA7AE-7E83-4293-8B64-4B808C46025C}" srcOrd="1" destOrd="0" presId="urn:microsoft.com/office/officeart/2005/8/layout/vProcess5"/>
    <dgm:cxn modelId="{DCD02F21-2C56-4639-B64A-1D72EDC084CB}" type="presParOf" srcId="{A581726B-5249-43CD-98EC-242C8533B59A}" destId="{42E3B916-B3C5-4A6F-8995-F4EA0680E9A4}" srcOrd="2" destOrd="0" presId="urn:microsoft.com/office/officeart/2005/8/layout/vProcess5"/>
    <dgm:cxn modelId="{28A47133-0FE2-45C5-A1EA-B8FFFD66593C}" type="presParOf" srcId="{A581726B-5249-43CD-98EC-242C8533B59A}" destId="{060CEFD1-7738-4F42-9599-CADF01931F00}" srcOrd="3" destOrd="0" presId="urn:microsoft.com/office/officeart/2005/8/layout/vProcess5"/>
    <dgm:cxn modelId="{80CB9435-C124-4298-9B96-C51BC132DECA}" type="presParOf" srcId="{A581726B-5249-43CD-98EC-242C8533B59A}" destId="{362075C3-BDBD-4755-88E6-550335073606}" srcOrd="4" destOrd="0" presId="urn:microsoft.com/office/officeart/2005/8/layout/vProcess5"/>
    <dgm:cxn modelId="{A7318455-B788-4F91-B79E-858C9145A88C}" type="presParOf" srcId="{A581726B-5249-43CD-98EC-242C8533B59A}" destId="{0A01B54D-0820-4D45-ADBA-5F8D0B4025FC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3329D2-E76A-46A5-B46E-4F6E558FF7F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24BA73-D6E0-4A35-A003-D3F07BE1FD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 dirty="0" err="1"/>
            <a:t>Dockerization</a:t>
          </a:r>
          <a:r>
            <a:rPr lang="en-US" b="1" i="0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Triển</a:t>
          </a:r>
          <a:r>
            <a:rPr lang="en-US" b="0" i="0" baseline="0" dirty="0"/>
            <a:t> </a:t>
          </a:r>
          <a:r>
            <a:rPr lang="en-US" b="0" i="0" baseline="0" dirty="0" err="1"/>
            <a:t>khai</a:t>
          </a:r>
          <a:r>
            <a:rPr lang="en-US" b="0" i="0" baseline="0" dirty="0"/>
            <a:t> 1-click </a:t>
          </a:r>
          <a:r>
            <a:rPr lang="en-US" b="0" i="0" baseline="0" dirty="0" err="1"/>
            <a:t>với</a:t>
          </a:r>
          <a:r>
            <a:rPr lang="en-US" b="0" i="0" baseline="0" dirty="0"/>
            <a:t> </a:t>
          </a:r>
          <a:r>
            <a:rPr lang="en-US" b="1" i="1" baseline="0" dirty="0"/>
            <a:t>docker-compose</a:t>
          </a:r>
          <a:r>
            <a:rPr lang="en-US" b="0" i="0" baseline="0" dirty="0"/>
            <a:t>.</a:t>
          </a:r>
          <a:endParaRPr lang="en-US" dirty="0"/>
        </a:p>
      </dgm:t>
    </dgm:pt>
    <dgm:pt modelId="{A047DBD7-5092-4B3B-84CF-BA567B8B6456}" type="parTrans" cxnId="{763BAA8A-4399-43CE-8B67-B1ECD07050B7}">
      <dgm:prSet/>
      <dgm:spPr/>
      <dgm:t>
        <a:bodyPr/>
        <a:lstStyle/>
        <a:p>
          <a:endParaRPr lang="en-US"/>
        </a:p>
      </dgm:t>
    </dgm:pt>
    <dgm:pt modelId="{AB9586B5-FA55-4118-BD77-060392D30630}" type="sibTrans" cxnId="{763BAA8A-4399-43CE-8B67-B1ECD07050B7}">
      <dgm:prSet/>
      <dgm:spPr/>
      <dgm:t>
        <a:bodyPr/>
        <a:lstStyle/>
        <a:p>
          <a:endParaRPr lang="en-US"/>
        </a:p>
      </dgm:t>
    </dgm:pt>
    <dgm:pt modelId="{E26C76D6-4043-4C59-9FBA-493ADEC07A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 dirty="0"/>
            <a:t>Bảo </a:t>
          </a:r>
          <a:r>
            <a:rPr lang="en-US" b="1" i="0" baseline="0" dirty="0" err="1"/>
            <a:t>mật</a:t>
          </a:r>
          <a:r>
            <a:rPr lang="en-US" b="1" i="0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Ẩn</a:t>
          </a:r>
          <a:r>
            <a:rPr lang="en-US" b="0" i="0" baseline="0" dirty="0"/>
            <a:t> </a:t>
          </a:r>
          <a:r>
            <a:rPr lang="en-US" b="0" i="0" baseline="0" dirty="0" err="1"/>
            <a:t>danh</a:t>
          </a:r>
          <a:r>
            <a:rPr lang="en-US" b="0" i="0" baseline="0" dirty="0"/>
            <a:t> </a:t>
          </a:r>
          <a:r>
            <a:rPr lang="en-US" b="0" i="0" baseline="0" dirty="0" err="1"/>
            <a:t>hóa</a:t>
          </a:r>
          <a:r>
            <a:rPr lang="en-US" b="0" i="0" baseline="0" dirty="0"/>
            <a:t> </a:t>
          </a:r>
          <a:r>
            <a:rPr lang="en-US" b="0" i="0" baseline="0" dirty="0" err="1"/>
            <a:t>dữ</a:t>
          </a:r>
          <a:r>
            <a:rPr lang="en-US" b="0" i="0" baseline="0" dirty="0"/>
            <a:t> </a:t>
          </a:r>
          <a:r>
            <a:rPr lang="en-US" b="0" i="0" baseline="0" dirty="0" err="1"/>
            <a:t>liệu</a:t>
          </a:r>
          <a:r>
            <a:rPr lang="en-US" b="0" i="0" baseline="0" dirty="0"/>
            <a:t> (Anonymization) </a:t>
          </a:r>
          <a:r>
            <a:rPr lang="en-US" b="0" i="0" baseline="0" dirty="0" err="1"/>
            <a:t>trước</a:t>
          </a:r>
          <a:r>
            <a:rPr lang="en-US" b="0" i="0" baseline="0" dirty="0"/>
            <a:t> </a:t>
          </a:r>
          <a:r>
            <a:rPr lang="en-US" b="0" i="0" baseline="0" dirty="0" err="1"/>
            <a:t>khi</a:t>
          </a:r>
          <a:r>
            <a:rPr lang="en-US" b="0" i="0" baseline="0" dirty="0"/>
            <a:t> </a:t>
          </a:r>
          <a:r>
            <a:rPr lang="en-US" b="0" i="0" baseline="0" dirty="0" err="1"/>
            <a:t>gửi</a:t>
          </a:r>
          <a:r>
            <a:rPr lang="en-US" b="0" i="0" baseline="0" dirty="0"/>
            <a:t> </a:t>
          </a:r>
          <a:r>
            <a:rPr lang="en-US" b="0" i="0" baseline="0" dirty="0" err="1"/>
            <a:t>lên</a:t>
          </a:r>
          <a:r>
            <a:rPr lang="en-US" b="0" i="0" baseline="0" dirty="0"/>
            <a:t> Cloud AI.</a:t>
          </a:r>
          <a:endParaRPr lang="en-US" dirty="0"/>
        </a:p>
      </dgm:t>
    </dgm:pt>
    <dgm:pt modelId="{226CBAA8-5B1C-454E-A3A6-535C738A2D66}" type="parTrans" cxnId="{F660F02D-0243-4F2F-A98A-86648D1641E3}">
      <dgm:prSet/>
      <dgm:spPr/>
      <dgm:t>
        <a:bodyPr/>
        <a:lstStyle/>
        <a:p>
          <a:endParaRPr lang="en-US"/>
        </a:p>
      </dgm:t>
    </dgm:pt>
    <dgm:pt modelId="{FD22F2C8-D853-432F-895B-7BF45F39735F}" type="sibTrans" cxnId="{F660F02D-0243-4F2F-A98A-86648D1641E3}">
      <dgm:prSet/>
      <dgm:spPr/>
      <dgm:t>
        <a:bodyPr/>
        <a:lstStyle/>
        <a:p>
          <a:endParaRPr lang="en-US"/>
        </a:p>
      </dgm:t>
    </dgm:pt>
    <dgm:pt modelId="{13C1CFB1-96AC-4579-AC06-0404BB445CE6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2E05B025-5113-405A-85AD-4D698838D0B9}" type="parTrans" cxnId="{B20A1259-BED6-4252-9A4F-E6BCF4733203}">
      <dgm:prSet/>
      <dgm:spPr/>
      <dgm:t>
        <a:bodyPr/>
        <a:lstStyle/>
        <a:p>
          <a:endParaRPr lang="en-US"/>
        </a:p>
      </dgm:t>
    </dgm:pt>
    <dgm:pt modelId="{838B5566-1077-46AD-8CC3-4F1B32F9C655}" type="sibTrans" cxnId="{B20A1259-BED6-4252-9A4F-E6BCF4733203}">
      <dgm:prSet/>
      <dgm:spPr/>
      <dgm:t>
        <a:bodyPr/>
        <a:lstStyle/>
        <a:p>
          <a:endParaRPr lang="en-US"/>
        </a:p>
      </dgm:t>
    </dgm:pt>
    <dgm:pt modelId="{A16B7C8E-1DAC-4689-960A-E00C0D2D20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 dirty="0" err="1"/>
            <a:t>Mở</a:t>
          </a:r>
          <a:r>
            <a:rPr lang="en-US" b="1" i="0" baseline="0" dirty="0"/>
            <a:t> </a:t>
          </a:r>
          <a:r>
            <a:rPr lang="en-US" b="1" i="0" baseline="0" dirty="0" err="1"/>
            <a:t>rộng</a:t>
          </a:r>
          <a:r>
            <a:rPr lang="en-US" b="1" i="0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Dễ</a:t>
          </a:r>
          <a:r>
            <a:rPr lang="en-US" b="0" i="0" baseline="0" dirty="0"/>
            <a:t> </a:t>
          </a:r>
          <a:r>
            <a:rPr lang="en-US" b="0" i="0" baseline="0" dirty="0" err="1"/>
            <a:t>dàng</a:t>
          </a:r>
          <a:r>
            <a:rPr lang="en-US" b="0" i="0" baseline="0" dirty="0"/>
            <a:t> </a:t>
          </a:r>
          <a:r>
            <a:rPr lang="en-US" b="0" i="0" baseline="0" dirty="0" err="1"/>
            <a:t>tích</a:t>
          </a:r>
          <a:r>
            <a:rPr lang="en-US" b="0" i="0" baseline="0" dirty="0"/>
            <a:t> </a:t>
          </a:r>
          <a:r>
            <a:rPr lang="en-US" b="0" i="0" baseline="0" dirty="0" err="1"/>
            <a:t>hợp</a:t>
          </a:r>
          <a:r>
            <a:rPr lang="en-US" b="0" i="0" baseline="0" dirty="0"/>
            <a:t> </a:t>
          </a:r>
          <a:r>
            <a:rPr lang="en-US" b="0" i="0" baseline="0" dirty="0" err="1"/>
            <a:t>thêm</a:t>
          </a:r>
          <a:r>
            <a:rPr lang="en-US" b="0" i="0" baseline="0" dirty="0"/>
            <a:t> </a:t>
          </a:r>
          <a:r>
            <a:rPr lang="en-US" b="0" i="0" baseline="0" dirty="0" err="1"/>
            <a:t>các</a:t>
          </a:r>
          <a:r>
            <a:rPr lang="en-US" b="0" i="0" baseline="0" dirty="0"/>
            <a:t> </a:t>
          </a:r>
          <a:r>
            <a:rPr lang="en-US" b="0" i="0" baseline="0" dirty="0" err="1"/>
            <a:t>bộ</a:t>
          </a:r>
          <a:r>
            <a:rPr lang="en-US" b="0" i="0" baseline="0" dirty="0"/>
            <a:t> </a:t>
          </a:r>
          <a:r>
            <a:rPr lang="en-US" b="0" i="0" baseline="0" dirty="0" err="1"/>
            <a:t>luật</a:t>
          </a:r>
          <a:r>
            <a:rPr lang="en-US" b="0" i="0" baseline="0" dirty="0"/>
            <a:t> </a:t>
          </a:r>
          <a:r>
            <a:rPr lang="en-US" b="0" i="0" baseline="0" dirty="0" err="1"/>
            <a:t>mới</a:t>
          </a:r>
          <a:r>
            <a:rPr lang="en-US" b="0" i="0" baseline="0" dirty="0"/>
            <a:t> (</a:t>
          </a:r>
          <a:r>
            <a:rPr lang="en-US" b="0" i="0" baseline="0" dirty="0" err="1"/>
            <a:t>ví</a:t>
          </a:r>
          <a:r>
            <a:rPr lang="en-US" b="0" i="0" baseline="0" dirty="0"/>
            <a:t> </a:t>
          </a:r>
          <a:r>
            <a:rPr lang="en-US" b="0" i="0" baseline="0" dirty="0" err="1"/>
            <a:t>dụ</a:t>
          </a:r>
          <a:r>
            <a:rPr lang="en-US" b="0" i="0" baseline="0" dirty="0"/>
            <a:t>: </a:t>
          </a:r>
          <a:r>
            <a:rPr lang="en-US" b="0" i="0" baseline="0" dirty="0" err="1"/>
            <a:t>Luật</a:t>
          </a:r>
          <a:r>
            <a:rPr lang="en-US" b="0" i="0" baseline="0" dirty="0"/>
            <a:t> An </a:t>
          </a:r>
          <a:r>
            <a:rPr lang="en-US" b="0" i="0" baseline="0" dirty="0" err="1"/>
            <a:t>ninh</a:t>
          </a:r>
          <a:r>
            <a:rPr lang="en-US" b="0" i="0" baseline="0" dirty="0"/>
            <a:t> </a:t>
          </a:r>
          <a:r>
            <a:rPr lang="en-US" b="0" i="0" baseline="0" dirty="0" err="1"/>
            <a:t>mạng</a:t>
          </a:r>
          <a:r>
            <a:rPr lang="en-US" b="0" i="0" baseline="0" dirty="0"/>
            <a:t> VN) </a:t>
          </a:r>
          <a:r>
            <a:rPr lang="en-US" b="0" i="0" baseline="0" dirty="0" err="1"/>
            <a:t>bằng</a:t>
          </a:r>
          <a:r>
            <a:rPr lang="en-US" b="0" i="0" baseline="0" dirty="0"/>
            <a:t> </a:t>
          </a:r>
          <a:r>
            <a:rPr lang="en-US" b="0" i="0" baseline="0" dirty="0" err="1"/>
            <a:t>cách</a:t>
          </a:r>
          <a:r>
            <a:rPr lang="en-US" b="0" i="0" baseline="0" dirty="0"/>
            <a:t> </a:t>
          </a:r>
          <a:r>
            <a:rPr lang="en-US" b="0" i="0" baseline="0" dirty="0" err="1"/>
            <a:t>cập</a:t>
          </a:r>
          <a:r>
            <a:rPr lang="en-US" b="0" i="0" baseline="0" dirty="0"/>
            <a:t> </a:t>
          </a:r>
          <a:r>
            <a:rPr lang="en-US" b="0" i="0" baseline="0" dirty="0" err="1"/>
            <a:t>nhật</a:t>
          </a:r>
          <a:r>
            <a:rPr lang="en-US" b="0" i="0" baseline="0" dirty="0"/>
            <a:t> Prompt.</a:t>
          </a:r>
          <a:endParaRPr lang="en-US" dirty="0"/>
        </a:p>
      </dgm:t>
    </dgm:pt>
    <dgm:pt modelId="{F2BA9D05-75BF-45C0-B60F-06F8EEB4FD6C}" type="parTrans" cxnId="{D2CC69D7-2ACE-449A-A562-22095D33D51C}">
      <dgm:prSet/>
      <dgm:spPr/>
      <dgm:t>
        <a:bodyPr/>
        <a:lstStyle/>
        <a:p>
          <a:endParaRPr lang="en-US"/>
        </a:p>
      </dgm:t>
    </dgm:pt>
    <dgm:pt modelId="{B9E44913-EB02-47F4-8D45-FE08DA136D12}" type="sibTrans" cxnId="{D2CC69D7-2ACE-449A-A562-22095D33D51C}">
      <dgm:prSet/>
      <dgm:spPr/>
      <dgm:t>
        <a:bodyPr/>
        <a:lstStyle/>
        <a:p>
          <a:endParaRPr lang="en-US"/>
        </a:p>
      </dgm:t>
    </dgm:pt>
    <dgm:pt modelId="{4A2E2548-6AD9-416D-AE96-114DA6D76C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 dirty="0" err="1"/>
            <a:t>Phân</a:t>
          </a:r>
          <a:r>
            <a:rPr lang="en-US" b="0" i="0" baseline="0" dirty="0"/>
            <a:t> </a:t>
          </a:r>
          <a:r>
            <a:rPr lang="en-US" b="0" i="0" baseline="0" dirty="0" err="1"/>
            <a:t>quyền</a:t>
          </a:r>
          <a:r>
            <a:rPr lang="en-US" b="0" i="0" baseline="0" dirty="0"/>
            <a:t> </a:t>
          </a:r>
          <a:r>
            <a:rPr lang="en-US" b="0" i="0" baseline="0" dirty="0" err="1"/>
            <a:t>người</a:t>
          </a:r>
          <a:r>
            <a:rPr lang="en-US" b="0" i="0" baseline="0" dirty="0"/>
            <a:t> </a:t>
          </a:r>
          <a:r>
            <a:rPr lang="en-US" b="0" i="0" baseline="0" dirty="0" err="1"/>
            <a:t>dùng</a:t>
          </a:r>
          <a:r>
            <a:rPr lang="en-US" b="0" i="0" baseline="0" dirty="0"/>
            <a:t> (Role-based Access Control).</a:t>
          </a:r>
          <a:endParaRPr lang="en-US" dirty="0"/>
        </a:p>
      </dgm:t>
    </dgm:pt>
    <dgm:pt modelId="{5803BBDF-9D2A-4E26-BCE5-C83E5883EF1A}" type="parTrans" cxnId="{B9C5D535-DC42-420B-9EF5-A494D705056F}">
      <dgm:prSet/>
      <dgm:spPr/>
      <dgm:t>
        <a:bodyPr/>
        <a:lstStyle/>
        <a:p>
          <a:endParaRPr lang="en-US"/>
        </a:p>
      </dgm:t>
    </dgm:pt>
    <dgm:pt modelId="{EBA385CA-4EA0-4417-BC2B-5FBFC874555B}" type="sibTrans" cxnId="{B9C5D535-DC42-420B-9EF5-A494D705056F}">
      <dgm:prSet/>
      <dgm:spPr/>
      <dgm:t>
        <a:bodyPr/>
        <a:lstStyle/>
        <a:p>
          <a:endParaRPr lang="en-US"/>
        </a:p>
      </dgm:t>
    </dgm:pt>
    <dgm:pt modelId="{283F3E5A-3C5D-4F6D-A43F-84F1706199CA}" type="pres">
      <dgm:prSet presAssocID="{513329D2-E76A-46A5-B46E-4F6E558FF7FC}" presName="root" presStyleCnt="0">
        <dgm:presLayoutVars>
          <dgm:dir/>
          <dgm:resizeHandles val="exact"/>
        </dgm:presLayoutVars>
      </dgm:prSet>
      <dgm:spPr/>
    </dgm:pt>
    <dgm:pt modelId="{FC504ADE-4579-4ECD-A3CA-A266151FB38D}" type="pres">
      <dgm:prSet presAssocID="{7224BA73-D6E0-4A35-A003-D3F07BE1FD22}" presName="compNode" presStyleCnt="0"/>
      <dgm:spPr/>
    </dgm:pt>
    <dgm:pt modelId="{082C8DDD-1912-4C43-9813-045C9FEA3D41}" type="pres">
      <dgm:prSet presAssocID="{7224BA73-D6E0-4A35-A003-D3F07BE1FD2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D6EADCD-A406-43BF-8041-EE74EEAACF8B}" type="pres">
      <dgm:prSet presAssocID="{7224BA73-D6E0-4A35-A003-D3F07BE1FD22}" presName="iconSpace" presStyleCnt="0"/>
      <dgm:spPr/>
    </dgm:pt>
    <dgm:pt modelId="{3953798A-8F08-4423-A56B-8A96C735D44A}" type="pres">
      <dgm:prSet presAssocID="{7224BA73-D6E0-4A35-A003-D3F07BE1FD22}" presName="parTx" presStyleLbl="revTx" presStyleIdx="0" presStyleCnt="8">
        <dgm:presLayoutVars>
          <dgm:chMax val="0"/>
          <dgm:chPref val="0"/>
        </dgm:presLayoutVars>
      </dgm:prSet>
      <dgm:spPr/>
    </dgm:pt>
    <dgm:pt modelId="{824E5DF8-C3B9-4228-AAFC-B76FD92BAB12}" type="pres">
      <dgm:prSet presAssocID="{7224BA73-D6E0-4A35-A003-D3F07BE1FD22}" presName="txSpace" presStyleCnt="0"/>
      <dgm:spPr/>
    </dgm:pt>
    <dgm:pt modelId="{CD19AE9E-2817-44E7-9509-D14AFF287ACF}" type="pres">
      <dgm:prSet presAssocID="{7224BA73-D6E0-4A35-A003-D3F07BE1FD22}" presName="desTx" presStyleLbl="revTx" presStyleIdx="1" presStyleCnt="8">
        <dgm:presLayoutVars/>
      </dgm:prSet>
      <dgm:spPr/>
    </dgm:pt>
    <dgm:pt modelId="{8AF1B2FE-FB61-4345-AFBB-2C157CF6498A}" type="pres">
      <dgm:prSet presAssocID="{AB9586B5-FA55-4118-BD77-060392D30630}" presName="sibTrans" presStyleCnt="0"/>
      <dgm:spPr/>
    </dgm:pt>
    <dgm:pt modelId="{7D94BD02-355A-4D39-8E79-8C600233299D}" type="pres">
      <dgm:prSet presAssocID="{E26C76D6-4043-4C59-9FBA-493ADEC07A12}" presName="compNode" presStyleCnt="0"/>
      <dgm:spPr/>
    </dgm:pt>
    <dgm:pt modelId="{63BACC67-4FB7-4D23-93AD-4D1A0CAD7102}" type="pres">
      <dgm:prSet presAssocID="{E26C76D6-4043-4C59-9FBA-493ADEC07A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1282E46-6D79-4D9B-86F3-D58BD64A8EC4}" type="pres">
      <dgm:prSet presAssocID="{E26C76D6-4043-4C59-9FBA-493ADEC07A12}" presName="iconSpace" presStyleCnt="0"/>
      <dgm:spPr/>
    </dgm:pt>
    <dgm:pt modelId="{17551D12-9EEE-4ED8-895F-E21D937596FE}" type="pres">
      <dgm:prSet presAssocID="{E26C76D6-4043-4C59-9FBA-493ADEC07A12}" presName="parTx" presStyleLbl="revTx" presStyleIdx="2" presStyleCnt="8">
        <dgm:presLayoutVars>
          <dgm:chMax val="0"/>
          <dgm:chPref val="0"/>
        </dgm:presLayoutVars>
      </dgm:prSet>
      <dgm:spPr/>
    </dgm:pt>
    <dgm:pt modelId="{CE8E9BF2-E874-4380-9CD3-69BB2847A606}" type="pres">
      <dgm:prSet presAssocID="{E26C76D6-4043-4C59-9FBA-493ADEC07A12}" presName="txSpace" presStyleCnt="0"/>
      <dgm:spPr/>
    </dgm:pt>
    <dgm:pt modelId="{FC5B6C57-97A1-405D-90EF-DF06590F182F}" type="pres">
      <dgm:prSet presAssocID="{E26C76D6-4043-4C59-9FBA-493ADEC07A12}" presName="desTx" presStyleLbl="revTx" presStyleIdx="3" presStyleCnt="8">
        <dgm:presLayoutVars/>
      </dgm:prSet>
      <dgm:spPr/>
    </dgm:pt>
    <dgm:pt modelId="{6D933AD6-88A8-4436-BE9E-30BB26D73310}" type="pres">
      <dgm:prSet presAssocID="{FD22F2C8-D853-432F-895B-7BF45F39735F}" presName="sibTrans" presStyleCnt="0"/>
      <dgm:spPr/>
    </dgm:pt>
    <dgm:pt modelId="{4136A858-E429-44B8-96C2-31C0F5706D0C}" type="pres">
      <dgm:prSet presAssocID="{4A2E2548-6AD9-416D-AE96-114DA6D76CA3}" presName="compNode" presStyleCnt="0"/>
      <dgm:spPr/>
    </dgm:pt>
    <dgm:pt modelId="{B9C7BF52-239F-4628-8413-D7BA6D9D8E27}" type="pres">
      <dgm:prSet presAssocID="{4A2E2548-6AD9-416D-AE96-114DA6D76C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with solid fill"/>
        </a:ext>
      </dgm:extLst>
    </dgm:pt>
    <dgm:pt modelId="{88610CC6-14BF-48BA-A743-17A961502C64}" type="pres">
      <dgm:prSet presAssocID="{4A2E2548-6AD9-416D-AE96-114DA6D76CA3}" presName="iconSpace" presStyleCnt="0"/>
      <dgm:spPr/>
    </dgm:pt>
    <dgm:pt modelId="{0EFA7BC9-8176-43F1-BC4E-E05F9CB6C63E}" type="pres">
      <dgm:prSet presAssocID="{4A2E2548-6AD9-416D-AE96-114DA6D76CA3}" presName="parTx" presStyleLbl="revTx" presStyleIdx="4" presStyleCnt="8">
        <dgm:presLayoutVars>
          <dgm:chMax val="0"/>
          <dgm:chPref val="0"/>
        </dgm:presLayoutVars>
      </dgm:prSet>
      <dgm:spPr/>
    </dgm:pt>
    <dgm:pt modelId="{E95D1AAA-566F-4AC2-BA72-D03B6BF68B2C}" type="pres">
      <dgm:prSet presAssocID="{4A2E2548-6AD9-416D-AE96-114DA6D76CA3}" presName="txSpace" presStyleCnt="0"/>
      <dgm:spPr/>
    </dgm:pt>
    <dgm:pt modelId="{23997913-EC2E-4939-89BC-42DE5179F714}" type="pres">
      <dgm:prSet presAssocID="{4A2E2548-6AD9-416D-AE96-114DA6D76CA3}" presName="desTx" presStyleLbl="revTx" presStyleIdx="5" presStyleCnt="8">
        <dgm:presLayoutVars/>
      </dgm:prSet>
      <dgm:spPr/>
    </dgm:pt>
    <dgm:pt modelId="{78910682-09D2-47E2-A6B2-1B7B19CE1211}" type="pres">
      <dgm:prSet presAssocID="{EBA385CA-4EA0-4417-BC2B-5FBFC874555B}" presName="sibTrans" presStyleCnt="0"/>
      <dgm:spPr/>
    </dgm:pt>
    <dgm:pt modelId="{FC999715-D652-4879-9AC2-2A5E46402EAB}" type="pres">
      <dgm:prSet presAssocID="{A16B7C8E-1DAC-4689-960A-E00C0D2D2040}" presName="compNode" presStyleCnt="0"/>
      <dgm:spPr/>
    </dgm:pt>
    <dgm:pt modelId="{1B60931F-4662-490E-A151-0C819911B6CF}" type="pres">
      <dgm:prSet presAssocID="{A16B7C8E-1DAC-4689-960A-E00C0D2D20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BBFA279-981D-496D-84F3-AD21389C1D1A}" type="pres">
      <dgm:prSet presAssocID="{A16B7C8E-1DAC-4689-960A-E00C0D2D2040}" presName="iconSpace" presStyleCnt="0"/>
      <dgm:spPr/>
    </dgm:pt>
    <dgm:pt modelId="{F3A2B1F5-3B91-4DD2-8912-0897FE7E5536}" type="pres">
      <dgm:prSet presAssocID="{A16B7C8E-1DAC-4689-960A-E00C0D2D2040}" presName="parTx" presStyleLbl="revTx" presStyleIdx="6" presStyleCnt="8">
        <dgm:presLayoutVars>
          <dgm:chMax val="0"/>
          <dgm:chPref val="0"/>
        </dgm:presLayoutVars>
      </dgm:prSet>
      <dgm:spPr/>
    </dgm:pt>
    <dgm:pt modelId="{BACE6CFC-5D3C-4006-AA10-DAABA43EA410}" type="pres">
      <dgm:prSet presAssocID="{A16B7C8E-1DAC-4689-960A-E00C0D2D2040}" presName="txSpace" presStyleCnt="0"/>
      <dgm:spPr/>
    </dgm:pt>
    <dgm:pt modelId="{7749CEB4-92F1-4ABB-96CE-74389E079F33}" type="pres">
      <dgm:prSet presAssocID="{A16B7C8E-1DAC-4689-960A-E00C0D2D2040}" presName="desTx" presStyleLbl="revTx" presStyleIdx="7" presStyleCnt="8">
        <dgm:presLayoutVars/>
      </dgm:prSet>
      <dgm:spPr/>
    </dgm:pt>
  </dgm:ptLst>
  <dgm:cxnLst>
    <dgm:cxn modelId="{F660F02D-0243-4F2F-A98A-86648D1641E3}" srcId="{513329D2-E76A-46A5-B46E-4F6E558FF7FC}" destId="{E26C76D6-4043-4C59-9FBA-493ADEC07A12}" srcOrd="1" destOrd="0" parTransId="{226CBAA8-5B1C-454E-A3A6-535C738A2D66}" sibTransId="{FD22F2C8-D853-432F-895B-7BF45F39735F}"/>
    <dgm:cxn modelId="{B9C5D535-DC42-420B-9EF5-A494D705056F}" srcId="{513329D2-E76A-46A5-B46E-4F6E558FF7FC}" destId="{4A2E2548-6AD9-416D-AE96-114DA6D76CA3}" srcOrd="2" destOrd="0" parTransId="{5803BBDF-9D2A-4E26-BCE5-C83E5883EF1A}" sibTransId="{EBA385CA-4EA0-4417-BC2B-5FBFC874555B}"/>
    <dgm:cxn modelId="{B20A1259-BED6-4252-9A4F-E6BCF4733203}" srcId="{4A2E2548-6AD9-416D-AE96-114DA6D76CA3}" destId="{13C1CFB1-96AC-4579-AC06-0404BB445CE6}" srcOrd="0" destOrd="0" parTransId="{2E05B025-5113-405A-85AD-4D698838D0B9}" sibTransId="{838B5566-1077-46AD-8CC3-4F1B32F9C655}"/>
    <dgm:cxn modelId="{598B5982-BBF5-4222-A071-2F0C3073E569}" type="presOf" srcId="{4A2E2548-6AD9-416D-AE96-114DA6D76CA3}" destId="{0EFA7BC9-8176-43F1-BC4E-E05F9CB6C63E}" srcOrd="0" destOrd="0" presId="urn:microsoft.com/office/officeart/2018/2/layout/IconLabelDescriptionList"/>
    <dgm:cxn modelId="{763BAA8A-4399-43CE-8B67-B1ECD07050B7}" srcId="{513329D2-E76A-46A5-B46E-4F6E558FF7FC}" destId="{7224BA73-D6E0-4A35-A003-D3F07BE1FD22}" srcOrd="0" destOrd="0" parTransId="{A047DBD7-5092-4B3B-84CF-BA567B8B6456}" sibTransId="{AB9586B5-FA55-4118-BD77-060392D30630}"/>
    <dgm:cxn modelId="{FE90599D-EE54-420B-9C0B-BC0A543092CC}" type="presOf" srcId="{13C1CFB1-96AC-4579-AC06-0404BB445CE6}" destId="{23997913-EC2E-4939-89BC-42DE5179F714}" srcOrd="0" destOrd="0" presId="urn:microsoft.com/office/officeart/2018/2/layout/IconLabelDescriptionList"/>
    <dgm:cxn modelId="{C361B79F-E6FB-460E-A132-39BC03D69AFE}" type="presOf" srcId="{513329D2-E76A-46A5-B46E-4F6E558FF7FC}" destId="{283F3E5A-3C5D-4F6D-A43F-84F1706199CA}" srcOrd="0" destOrd="0" presId="urn:microsoft.com/office/officeart/2018/2/layout/IconLabelDescriptionList"/>
    <dgm:cxn modelId="{0A7BE7AC-9276-4935-9074-FC5E91617D2D}" type="presOf" srcId="{A16B7C8E-1DAC-4689-960A-E00C0D2D2040}" destId="{F3A2B1F5-3B91-4DD2-8912-0897FE7E5536}" srcOrd="0" destOrd="0" presId="urn:microsoft.com/office/officeart/2018/2/layout/IconLabelDescriptionList"/>
    <dgm:cxn modelId="{FB6740C6-0629-4B19-A9E1-FCDDC8889FD2}" type="presOf" srcId="{7224BA73-D6E0-4A35-A003-D3F07BE1FD22}" destId="{3953798A-8F08-4423-A56B-8A96C735D44A}" srcOrd="0" destOrd="0" presId="urn:microsoft.com/office/officeart/2018/2/layout/IconLabelDescriptionList"/>
    <dgm:cxn modelId="{D2CC69D7-2ACE-449A-A562-22095D33D51C}" srcId="{513329D2-E76A-46A5-B46E-4F6E558FF7FC}" destId="{A16B7C8E-1DAC-4689-960A-E00C0D2D2040}" srcOrd="3" destOrd="0" parTransId="{F2BA9D05-75BF-45C0-B60F-06F8EEB4FD6C}" sibTransId="{B9E44913-EB02-47F4-8D45-FE08DA136D12}"/>
    <dgm:cxn modelId="{107262DA-1045-4A23-8873-241E2616AA32}" type="presOf" srcId="{E26C76D6-4043-4C59-9FBA-493ADEC07A12}" destId="{17551D12-9EEE-4ED8-895F-E21D937596FE}" srcOrd="0" destOrd="0" presId="urn:microsoft.com/office/officeart/2018/2/layout/IconLabelDescriptionList"/>
    <dgm:cxn modelId="{852FD974-8B70-4887-90D0-8D33003A623E}" type="presParOf" srcId="{283F3E5A-3C5D-4F6D-A43F-84F1706199CA}" destId="{FC504ADE-4579-4ECD-A3CA-A266151FB38D}" srcOrd="0" destOrd="0" presId="urn:microsoft.com/office/officeart/2018/2/layout/IconLabelDescriptionList"/>
    <dgm:cxn modelId="{28203828-9855-4C25-91B8-128AC3355304}" type="presParOf" srcId="{FC504ADE-4579-4ECD-A3CA-A266151FB38D}" destId="{082C8DDD-1912-4C43-9813-045C9FEA3D41}" srcOrd="0" destOrd="0" presId="urn:microsoft.com/office/officeart/2018/2/layout/IconLabelDescriptionList"/>
    <dgm:cxn modelId="{F557201D-AEAF-4CA4-9204-8E0A790734D8}" type="presParOf" srcId="{FC504ADE-4579-4ECD-A3CA-A266151FB38D}" destId="{2D6EADCD-A406-43BF-8041-EE74EEAACF8B}" srcOrd="1" destOrd="0" presId="urn:microsoft.com/office/officeart/2018/2/layout/IconLabelDescriptionList"/>
    <dgm:cxn modelId="{C8BBF1A9-C324-4EA3-8A5A-738848435E45}" type="presParOf" srcId="{FC504ADE-4579-4ECD-A3CA-A266151FB38D}" destId="{3953798A-8F08-4423-A56B-8A96C735D44A}" srcOrd="2" destOrd="0" presId="urn:microsoft.com/office/officeart/2018/2/layout/IconLabelDescriptionList"/>
    <dgm:cxn modelId="{CC6512C1-89C4-4D8F-8229-DEFBC9B8DAE8}" type="presParOf" srcId="{FC504ADE-4579-4ECD-A3CA-A266151FB38D}" destId="{824E5DF8-C3B9-4228-AAFC-B76FD92BAB12}" srcOrd="3" destOrd="0" presId="urn:microsoft.com/office/officeart/2018/2/layout/IconLabelDescriptionList"/>
    <dgm:cxn modelId="{F7099565-05BB-415B-AADF-6BA489164531}" type="presParOf" srcId="{FC504ADE-4579-4ECD-A3CA-A266151FB38D}" destId="{CD19AE9E-2817-44E7-9509-D14AFF287ACF}" srcOrd="4" destOrd="0" presId="urn:microsoft.com/office/officeart/2018/2/layout/IconLabelDescriptionList"/>
    <dgm:cxn modelId="{FBACBFAA-C46E-4F26-A9C7-0B278B61FC81}" type="presParOf" srcId="{283F3E5A-3C5D-4F6D-A43F-84F1706199CA}" destId="{8AF1B2FE-FB61-4345-AFBB-2C157CF6498A}" srcOrd="1" destOrd="0" presId="urn:microsoft.com/office/officeart/2018/2/layout/IconLabelDescriptionList"/>
    <dgm:cxn modelId="{4DF309D4-A01E-45E6-85E5-D147E8EA289A}" type="presParOf" srcId="{283F3E5A-3C5D-4F6D-A43F-84F1706199CA}" destId="{7D94BD02-355A-4D39-8E79-8C600233299D}" srcOrd="2" destOrd="0" presId="urn:microsoft.com/office/officeart/2018/2/layout/IconLabelDescriptionList"/>
    <dgm:cxn modelId="{11F67C6D-740E-48EC-A60C-14D67EDF2C93}" type="presParOf" srcId="{7D94BD02-355A-4D39-8E79-8C600233299D}" destId="{63BACC67-4FB7-4D23-93AD-4D1A0CAD7102}" srcOrd="0" destOrd="0" presId="urn:microsoft.com/office/officeart/2018/2/layout/IconLabelDescriptionList"/>
    <dgm:cxn modelId="{A1637C89-E381-41EA-95B1-865496F090E5}" type="presParOf" srcId="{7D94BD02-355A-4D39-8E79-8C600233299D}" destId="{A1282E46-6D79-4D9B-86F3-D58BD64A8EC4}" srcOrd="1" destOrd="0" presId="urn:microsoft.com/office/officeart/2018/2/layout/IconLabelDescriptionList"/>
    <dgm:cxn modelId="{6FF64C9D-7A38-4E9B-B30C-FD10A9D4E050}" type="presParOf" srcId="{7D94BD02-355A-4D39-8E79-8C600233299D}" destId="{17551D12-9EEE-4ED8-895F-E21D937596FE}" srcOrd="2" destOrd="0" presId="urn:microsoft.com/office/officeart/2018/2/layout/IconLabelDescriptionList"/>
    <dgm:cxn modelId="{D8C5F963-8D95-421D-885B-BE4686599373}" type="presParOf" srcId="{7D94BD02-355A-4D39-8E79-8C600233299D}" destId="{CE8E9BF2-E874-4380-9CD3-69BB2847A606}" srcOrd="3" destOrd="0" presId="urn:microsoft.com/office/officeart/2018/2/layout/IconLabelDescriptionList"/>
    <dgm:cxn modelId="{F92CA85C-3811-4921-97A2-3109A87DC77F}" type="presParOf" srcId="{7D94BD02-355A-4D39-8E79-8C600233299D}" destId="{FC5B6C57-97A1-405D-90EF-DF06590F182F}" srcOrd="4" destOrd="0" presId="urn:microsoft.com/office/officeart/2018/2/layout/IconLabelDescriptionList"/>
    <dgm:cxn modelId="{88EE2960-8BFD-461D-8169-EDE19ABD3D4D}" type="presParOf" srcId="{283F3E5A-3C5D-4F6D-A43F-84F1706199CA}" destId="{6D933AD6-88A8-4436-BE9E-30BB26D73310}" srcOrd="3" destOrd="0" presId="urn:microsoft.com/office/officeart/2018/2/layout/IconLabelDescriptionList"/>
    <dgm:cxn modelId="{FA6BEB13-8286-41DC-854F-AC192E3175C3}" type="presParOf" srcId="{283F3E5A-3C5D-4F6D-A43F-84F1706199CA}" destId="{4136A858-E429-44B8-96C2-31C0F5706D0C}" srcOrd="4" destOrd="0" presId="urn:microsoft.com/office/officeart/2018/2/layout/IconLabelDescriptionList"/>
    <dgm:cxn modelId="{EF151309-A05E-49A7-A8F4-8245B18CBE9C}" type="presParOf" srcId="{4136A858-E429-44B8-96C2-31C0F5706D0C}" destId="{B9C7BF52-239F-4628-8413-D7BA6D9D8E27}" srcOrd="0" destOrd="0" presId="urn:microsoft.com/office/officeart/2018/2/layout/IconLabelDescriptionList"/>
    <dgm:cxn modelId="{85022BCF-E808-4DAD-A907-AD44C3726BFB}" type="presParOf" srcId="{4136A858-E429-44B8-96C2-31C0F5706D0C}" destId="{88610CC6-14BF-48BA-A743-17A961502C64}" srcOrd="1" destOrd="0" presId="urn:microsoft.com/office/officeart/2018/2/layout/IconLabelDescriptionList"/>
    <dgm:cxn modelId="{4E02A644-099B-44F5-8C0F-F7356EC2F8E2}" type="presParOf" srcId="{4136A858-E429-44B8-96C2-31C0F5706D0C}" destId="{0EFA7BC9-8176-43F1-BC4E-E05F9CB6C63E}" srcOrd="2" destOrd="0" presId="urn:microsoft.com/office/officeart/2018/2/layout/IconLabelDescriptionList"/>
    <dgm:cxn modelId="{F5FC5C43-8044-40A9-A8BA-A0A074BDD9FB}" type="presParOf" srcId="{4136A858-E429-44B8-96C2-31C0F5706D0C}" destId="{E95D1AAA-566F-4AC2-BA72-D03B6BF68B2C}" srcOrd="3" destOrd="0" presId="urn:microsoft.com/office/officeart/2018/2/layout/IconLabelDescriptionList"/>
    <dgm:cxn modelId="{250A1F59-86F7-4379-BE61-28AC81FD570F}" type="presParOf" srcId="{4136A858-E429-44B8-96C2-31C0F5706D0C}" destId="{23997913-EC2E-4939-89BC-42DE5179F714}" srcOrd="4" destOrd="0" presId="urn:microsoft.com/office/officeart/2018/2/layout/IconLabelDescriptionList"/>
    <dgm:cxn modelId="{D6F21DB5-14E2-4070-BE33-E168D76C1905}" type="presParOf" srcId="{283F3E5A-3C5D-4F6D-A43F-84F1706199CA}" destId="{78910682-09D2-47E2-A6B2-1B7B19CE1211}" srcOrd="5" destOrd="0" presId="urn:microsoft.com/office/officeart/2018/2/layout/IconLabelDescriptionList"/>
    <dgm:cxn modelId="{A32F869F-209E-4866-88F7-2E99BBDBF4E4}" type="presParOf" srcId="{283F3E5A-3C5D-4F6D-A43F-84F1706199CA}" destId="{FC999715-D652-4879-9AC2-2A5E46402EAB}" srcOrd="6" destOrd="0" presId="urn:microsoft.com/office/officeart/2018/2/layout/IconLabelDescriptionList"/>
    <dgm:cxn modelId="{CE14E987-1EA4-4918-8996-48024A315531}" type="presParOf" srcId="{FC999715-D652-4879-9AC2-2A5E46402EAB}" destId="{1B60931F-4662-490E-A151-0C819911B6CF}" srcOrd="0" destOrd="0" presId="urn:microsoft.com/office/officeart/2018/2/layout/IconLabelDescriptionList"/>
    <dgm:cxn modelId="{75DF67B4-E37C-4EDD-891A-AAE03C74B5A2}" type="presParOf" srcId="{FC999715-D652-4879-9AC2-2A5E46402EAB}" destId="{5BBFA279-981D-496D-84F3-AD21389C1D1A}" srcOrd="1" destOrd="0" presId="urn:microsoft.com/office/officeart/2018/2/layout/IconLabelDescriptionList"/>
    <dgm:cxn modelId="{539C543E-CF8E-4564-9588-ADD0CE6C8297}" type="presParOf" srcId="{FC999715-D652-4879-9AC2-2A5E46402EAB}" destId="{F3A2B1F5-3B91-4DD2-8912-0897FE7E5536}" srcOrd="2" destOrd="0" presId="urn:microsoft.com/office/officeart/2018/2/layout/IconLabelDescriptionList"/>
    <dgm:cxn modelId="{66752699-2D3D-46FB-A95A-C13BC34CD61A}" type="presParOf" srcId="{FC999715-D652-4879-9AC2-2A5E46402EAB}" destId="{BACE6CFC-5D3C-4006-AA10-DAABA43EA410}" srcOrd="3" destOrd="0" presId="urn:microsoft.com/office/officeart/2018/2/layout/IconLabelDescriptionList"/>
    <dgm:cxn modelId="{B4A92C17-23C1-4352-AC90-86945DD98A73}" type="presParOf" srcId="{FC999715-D652-4879-9AC2-2A5E46402EAB}" destId="{7749CEB4-92F1-4ABB-96CE-74389E079F3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9F788B-ED5E-4F02-857F-9B1366502B1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D3CC03-9777-48FB-A696-684F64DAE1EA}">
      <dgm:prSet/>
      <dgm:spPr/>
      <dgm:t>
        <a:bodyPr/>
        <a:lstStyle/>
        <a:p>
          <a:r>
            <a:rPr lang="vi-VN" dirty="0">
              <a:latin typeface="Aptos" panose="020B0004020202020204" pitchFamily="34" charset="0"/>
            </a:rPr>
            <a:t>Sử dụng </a:t>
          </a:r>
          <a:r>
            <a:rPr lang="vi-VN" b="1" dirty="0">
              <a:latin typeface="Aptos" panose="020B0004020202020204" pitchFamily="34" charset="0"/>
            </a:rPr>
            <a:t>Docker Compose</a:t>
          </a:r>
          <a:r>
            <a:rPr lang="vi-VN" dirty="0">
              <a:latin typeface="Aptos" panose="020B0004020202020204" pitchFamily="34" charset="0"/>
            </a:rPr>
            <a:t> để quản lý môi trường phát triển nhất quán.</a:t>
          </a:r>
          <a:endParaRPr lang="en-US" dirty="0">
            <a:latin typeface="Aptos" panose="020B0004020202020204" pitchFamily="34" charset="0"/>
          </a:endParaRPr>
        </a:p>
      </dgm:t>
    </dgm:pt>
    <dgm:pt modelId="{AB5A4EEB-726F-4332-960A-F82742F71ED7}" type="parTrans" cxnId="{22A1EF05-57C9-4CDA-A6CB-BBC1532B798A}">
      <dgm:prSet/>
      <dgm:spPr/>
      <dgm:t>
        <a:bodyPr/>
        <a:lstStyle/>
        <a:p>
          <a:endParaRPr lang="en-US"/>
        </a:p>
      </dgm:t>
    </dgm:pt>
    <dgm:pt modelId="{64933F0F-8890-456C-A851-7421984905BB}" type="sibTrans" cxnId="{22A1EF05-57C9-4CDA-A6CB-BBC1532B798A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A0A5BFEE-17C1-40CE-88BF-E9FAEA0D3FA3}">
      <dgm:prSet/>
      <dgm:spPr/>
      <dgm:t>
        <a:bodyPr/>
        <a:lstStyle/>
        <a:p>
          <a:r>
            <a:rPr lang="vi-VN" b="1" dirty="0">
              <a:latin typeface="Aptos" panose="020B0004020202020204" pitchFamily="34" charset="0"/>
            </a:rPr>
            <a:t>PostgreSQL 15-alpine</a:t>
          </a:r>
          <a:r>
            <a:rPr lang="vi-VN" dirty="0">
              <a:latin typeface="Aptos" panose="020B0004020202020204" pitchFamily="34" charset="0"/>
            </a:rPr>
            <a:t>: Lựa chọn tối ưu về hiệu suất và dung lượng.</a:t>
          </a:r>
          <a:endParaRPr lang="en-US" dirty="0">
            <a:latin typeface="Aptos" panose="020B0004020202020204" pitchFamily="34" charset="0"/>
          </a:endParaRPr>
        </a:p>
      </dgm:t>
    </dgm:pt>
    <dgm:pt modelId="{4C8BA079-BDC2-4086-90C5-DB001901E866}" type="parTrans" cxnId="{70085C78-7DDD-476E-A485-6183A362117B}">
      <dgm:prSet/>
      <dgm:spPr/>
      <dgm:t>
        <a:bodyPr/>
        <a:lstStyle/>
        <a:p>
          <a:endParaRPr lang="en-US"/>
        </a:p>
      </dgm:t>
    </dgm:pt>
    <dgm:pt modelId="{8B0CAE38-CD8D-46F6-B43D-E95F6EB035A9}" type="sibTrans" cxnId="{70085C78-7DDD-476E-A485-6183A362117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B97866A-5860-4FA1-B3C4-A3FB77CF6FAD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Data Persistence</a:t>
          </a:r>
          <a:r>
            <a:rPr lang="en-US" dirty="0">
              <a:latin typeface="Aptos" panose="020B0004020202020204" pitchFamily="34" charset="0"/>
            </a:rPr>
            <a:t>: </a:t>
          </a:r>
          <a:r>
            <a:rPr lang="en-US" dirty="0" err="1">
              <a:latin typeface="Aptos" panose="020B0004020202020204" pitchFamily="34" charset="0"/>
            </a:rPr>
            <a:t>Cấu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hình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i="1" dirty="0">
              <a:latin typeface="Aptos" panose="020B0004020202020204" pitchFamily="34" charset="0"/>
            </a:rPr>
            <a:t>Named Volumes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để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đảm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bảo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dữ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liệu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không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bị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mất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khi</a:t>
          </a:r>
          <a:r>
            <a:rPr lang="en-US" dirty="0">
              <a:latin typeface="Aptos" panose="020B0004020202020204" pitchFamily="34" charset="0"/>
            </a:rPr>
            <a:t> container </a:t>
          </a:r>
          <a:r>
            <a:rPr lang="en-US" dirty="0" err="1">
              <a:latin typeface="Aptos" panose="020B0004020202020204" pitchFamily="34" charset="0"/>
            </a:rPr>
            <a:t>khởi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động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lại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6BA4E647-529F-4F11-8D9F-35CBDA0B0377}" type="parTrans" cxnId="{20A8DD54-0DE7-4B0B-94B1-D2A06EACBA44}">
      <dgm:prSet/>
      <dgm:spPr/>
      <dgm:t>
        <a:bodyPr/>
        <a:lstStyle/>
        <a:p>
          <a:endParaRPr lang="en-US"/>
        </a:p>
      </dgm:t>
    </dgm:pt>
    <dgm:pt modelId="{54C07320-EC54-4452-9E14-8EC6966022BB}" type="sibTrans" cxnId="{20A8DD54-0DE7-4B0B-94B1-D2A06EACBA4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A0BACAE-B4E9-4D66-831F-2BC1491A5E3D}" type="pres">
      <dgm:prSet presAssocID="{229F788B-ED5E-4F02-857F-9B1366502B1F}" presName="Name0" presStyleCnt="0">
        <dgm:presLayoutVars>
          <dgm:animLvl val="lvl"/>
          <dgm:resizeHandles val="exact"/>
        </dgm:presLayoutVars>
      </dgm:prSet>
      <dgm:spPr/>
    </dgm:pt>
    <dgm:pt modelId="{08B2B676-0464-4455-AD72-1518ADD80C39}" type="pres">
      <dgm:prSet presAssocID="{B6D3CC03-9777-48FB-A696-684F64DAE1EA}" presName="compositeNode" presStyleCnt="0">
        <dgm:presLayoutVars>
          <dgm:bulletEnabled val="1"/>
        </dgm:presLayoutVars>
      </dgm:prSet>
      <dgm:spPr/>
    </dgm:pt>
    <dgm:pt modelId="{2D6DDB24-D925-40C8-AC45-6310DE7EE14A}" type="pres">
      <dgm:prSet presAssocID="{B6D3CC03-9777-48FB-A696-684F64DAE1EA}" presName="bgRect" presStyleLbl="alignNode1" presStyleIdx="0" presStyleCnt="3"/>
      <dgm:spPr/>
    </dgm:pt>
    <dgm:pt modelId="{6CAA1C26-49FD-4594-943B-C202AB218B72}" type="pres">
      <dgm:prSet presAssocID="{64933F0F-8890-456C-A851-7421984905B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2CC801C-168B-4AF7-A582-8CE0EB8CA662}" type="pres">
      <dgm:prSet presAssocID="{B6D3CC03-9777-48FB-A696-684F64DAE1EA}" presName="nodeRect" presStyleLbl="alignNode1" presStyleIdx="0" presStyleCnt="3">
        <dgm:presLayoutVars>
          <dgm:bulletEnabled val="1"/>
        </dgm:presLayoutVars>
      </dgm:prSet>
      <dgm:spPr/>
    </dgm:pt>
    <dgm:pt modelId="{5B129B55-7CB4-429A-A9A6-584F64B80658}" type="pres">
      <dgm:prSet presAssocID="{64933F0F-8890-456C-A851-7421984905BB}" presName="sibTrans" presStyleCnt="0"/>
      <dgm:spPr/>
    </dgm:pt>
    <dgm:pt modelId="{B289C4A7-2BDF-4655-BFE8-B1CD670C5649}" type="pres">
      <dgm:prSet presAssocID="{A0A5BFEE-17C1-40CE-88BF-E9FAEA0D3FA3}" presName="compositeNode" presStyleCnt="0">
        <dgm:presLayoutVars>
          <dgm:bulletEnabled val="1"/>
        </dgm:presLayoutVars>
      </dgm:prSet>
      <dgm:spPr/>
    </dgm:pt>
    <dgm:pt modelId="{B3CC45E4-C03F-4EB7-A824-7C1C7FFBB149}" type="pres">
      <dgm:prSet presAssocID="{A0A5BFEE-17C1-40CE-88BF-E9FAEA0D3FA3}" presName="bgRect" presStyleLbl="alignNode1" presStyleIdx="1" presStyleCnt="3"/>
      <dgm:spPr/>
    </dgm:pt>
    <dgm:pt modelId="{200DDC02-D9B7-4F6E-81B6-038B2C24F8E9}" type="pres">
      <dgm:prSet presAssocID="{8B0CAE38-CD8D-46F6-B43D-E95F6EB035A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8257201-3708-4492-B210-CE7F7054054F}" type="pres">
      <dgm:prSet presAssocID="{A0A5BFEE-17C1-40CE-88BF-E9FAEA0D3FA3}" presName="nodeRect" presStyleLbl="alignNode1" presStyleIdx="1" presStyleCnt="3">
        <dgm:presLayoutVars>
          <dgm:bulletEnabled val="1"/>
        </dgm:presLayoutVars>
      </dgm:prSet>
      <dgm:spPr/>
    </dgm:pt>
    <dgm:pt modelId="{914B1C65-6FE7-468F-8EDB-D5CAAAC54CE6}" type="pres">
      <dgm:prSet presAssocID="{8B0CAE38-CD8D-46F6-B43D-E95F6EB035A9}" presName="sibTrans" presStyleCnt="0"/>
      <dgm:spPr/>
    </dgm:pt>
    <dgm:pt modelId="{D0EBF226-CA32-4FE9-9C3F-7F87A3635A98}" type="pres">
      <dgm:prSet presAssocID="{7B97866A-5860-4FA1-B3C4-A3FB77CF6FAD}" presName="compositeNode" presStyleCnt="0">
        <dgm:presLayoutVars>
          <dgm:bulletEnabled val="1"/>
        </dgm:presLayoutVars>
      </dgm:prSet>
      <dgm:spPr/>
    </dgm:pt>
    <dgm:pt modelId="{EA644A6F-5DEC-4FD6-B951-E4603AAE8AB9}" type="pres">
      <dgm:prSet presAssocID="{7B97866A-5860-4FA1-B3C4-A3FB77CF6FAD}" presName="bgRect" presStyleLbl="alignNode1" presStyleIdx="2" presStyleCnt="3"/>
      <dgm:spPr/>
    </dgm:pt>
    <dgm:pt modelId="{280A2227-98D3-43CE-8DF8-67AAAB2B2F92}" type="pres">
      <dgm:prSet presAssocID="{54C07320-EC54-4452-9E14-8EC6966022BB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C9127A57-9685-4866-86D8-3CDBEA74FD52}" type="pres">
      <dgm:prSet presAssocID="{7B97866A-5860-4FA1-B3C4-A3FB77CF6FA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22A1EF05-57C9-4CDA-A6CB-BBC1532B798A}" srcId="{229F788B-ED5E-4F02-857F-9B1366502B1F}" destId="{B6D3CC03-9777-48FB-A696-684F64DAE1EA}" srcOrd="0" destOrd="0" parTransId="{AB5A4EEB-726F-4332-960A-F82742F71ED7}" sibTransId="{64933F0F-8890-456C-A851-7421984905BB}"/>
    <dgm:cxn modelId="{2522002F-B51E-4A78-9A2E-B48986EDB5B5}" type="presOf" srcId="{A0A5BFEE-17C1-40CE-88BF-E9FAEA0D3FA3}" destId="{B3CC45E4-C03F-4EB7-A824-7C1C7FFBB149}" srcOrd="0" destOrd="0" presId="urn:microsoft.com/office/officeart/2016/7/layout/LinearBlockProcessNumbered"/>
    <dgm:cxn modelId="{14700966-43C0-4A5E-B143-178C26AB71D4}" type="presOf" srcId="{B6D3CC03-9777-48FB-A696-684F64DAE1EA}" destId="{82CC801C-168B-4AF7-A582-8CE0EB8CA662}" srcOrd="1" destOrd="0" presId="urn:microsoft.com/office/officeart/2016/7/layout/LinearBlockProcessNumbered"/>
    <dgm:cxn modelId="{66B8CE67-74AF-487A-A67F-59D08729ADA0}" type="presOf" srcId="{7B97866A-5860-4FA1-B3C4-A3FB77CF6FAD}" destId="{EA644A6F-5DEC-4FD6-B951-E4603AAE8AB9}" srcOrd="0" destOrd="0" presId="urn:microsoft.com/office/officeart/2016/7/layout/LinearBlockProcessNumbered"/>
    <dgm:cxn modelId="{03B3954D-BE26-4E19-A557-909E45E99336}" type="presOf" srcId="{54C07320-EC54-4452-9E14-8EC6966022BB}" destId="{280A2227-98D3-43CE-8DF8-67AAAB2B2F92}" srcOrd="0" destOrd="0" presId="urn:microsoft.com/office/officeart/2016/7/layout/LinearBlockProcessNumbered"/>
    <dgm:cxn modelId="{20A8DD54-0DE7-4B0B-94B1-D2A06EACBA44}" srcId="{229F788B-ED5E-4F02-857F-9B1366502B1F}" destId="{7B97866A-5860-4FA1-B3C4-A3FB77CF6FAD}" srcOrd="2" destOrd="0" parTransId="{6BA4E647-529F-4F11-8D9F-35CBDA0B0377}" sibTransId="{54C07320-EC54-4452-9E14-8EC6966022BB}"/>
    <dgm:cxn modelId="{2B805C77-C363-4096-8CBB-BB2063F44EEA}" type="presOf" srcId="{7B97866A-5860-4FA1-B3C4-A3FB77CF6FAD}" destId="{C9127A57-9685-4866-86D8-3CDBEA74FD52}" srcOrd="1" destOrd="0" presId="urn:microsoft.com/office/officeart/2016/7/layout/LinearBlockProcessNumbered"/>
    <dgm:cxn modelId="{70085C78-7DDD-476E-A485-6183A362117B}" srcId="{229F788B-ED5E-4F02-857F-9B1366502B1F}" destId="{A0A5BFEE-17C1-40CE-88BF-E9FAEA0D3FA3}" srcOrd="1" destOrd="0" parTransId="{4C8BA079-BDC2-4086-90C5-DB001901E866}" sibTransId="{8B0CAE38-CD8D-46F6-B43D-E95F6EB035A9}"/>
    <dgm:cxn modelId="{81391F86-F7EB-4D37-95BF-C7608993331C}" type="presOf" srcId="{229F788B-ED5E-4F02-857F-9B1366502B1F}" destId="{6A0BACAE-B4E9-4D66-831F-2BC1491A5E3D}" srcOrd="0" destOrd="0" presId="urn:microsoft.com/office/officeart/2016/7/layout/LinearBlockProcessNumbered"/>
    <dgm:cxn modelId="{4188D1C2-20A9-4334-89DC-AFCE888435DE}" type="presOf" srcId="{64933F0F-8890-456C-A851-7421984905BB}" destId="{6CAA1C26-49FD-4594-943B-C202AB218B72}" srcOrd="0" destOrd="0" presId="urn:microsoft.com/office/officeart/2016/7/layout/LinearBlockProcessNumbered"/>
    <dgm:cxn modelId="{E09FA7CC-F396-4B12-A6CC-572589F8C871}" type="presOf" srcId="{8B0CAE38-CD8D-46F6-B43D-E95F6EB035A9}" destId="{200DDC02-D9B7-4F6E-81B6-038B2C24F8E9}" srcOrd="0" destOrd="0" presId="urn:microsoft.com/office/officeart/2016/7/layout/LinearBlockProcessNumbered"/>
    <dgm:cxn modelId="{0B16C5EE-1490-4F77-B0B3-59BC74D1711E}" type="presOf" srcId="{B6D3CC03-9777-48FB-A696-684F64DAE1EA}" destId="{2D6DDB24-D925-40C8-AC45-6310DE7EE14A}" srcOrd="0" destOrd="0" presId="urn:microsoft.com/office/officeart/2016/7/layout/LinearBlockProcessNumbered"/>
    <dgm:cxn modelId="{E09F8BFF-587C-4892-9A93-B5475273F0C7}" type="presOf" srcId="{A0A5BFEE-17C1-40CE-88BF-E9FAEA0D3FA3}" destId="{48257201-3708-4492-B210-CE7F7054054F}" srcOrd="1" destOrd="0" presId="urn:microsoft.com/office/officeart/2016/7/layout/LinearBlockProcessNumbered"/>
    <dgm:cxn modelId="{70233BFB-122B-4252-9190-6DD91EDB9CFE}" type="presParOf" srcId="{6A0BACAE-B4E9-4D66-831F-2BC1491A5E3D}" destId="{08B2B676-0464-4455-AD72-1518ADD80C39}" srcOrd="0" destOrd="0" presId="urn:microsoft.com/office/officeart/2016/7/layout/LinearBlockProcessNumbered"/>
    <dgm:cxn modelId="{58706808-33E0-43BA-8EC5-4345D2906249}" type="presParOf" srcId="{08B2B676-0464-4455-AD72-1518ADD80C39}" destId="{2D6DDB24-D925-40C8-AC45-6310DE7EE14A}" srcOrd="0" destOrd="0" presId="urn:microsoft.com/office/officeart/2016/7/layout/LinearBlockProcessNumbered"/>
    <dgm:cxn modelId="{37A5FAA5-1A52-4ADD-9CB2-F0C8D0D9ADCB}" type="presParOf" srcId="{08B2B676-0464-4455-AD72-1518ADD80C39}" destId="{6CAA1C26-49FD-4594-943B-C202AB218B72}" srcOrd="1" destOrd="0" presId="urn:microsoft.com/office/officeart/2016/7/layout/LinearBlockProcessNumbered"/>
    <dgm:cxn modelId="{0F92537D-2C0B-4F58-A972-DFA54CC9A32E}" type="presParOf" srcId="{08B2B676-0464-4455-AD72-1518ADD80C39}" destId="{82CC801C-168B-4AF7-A582-8CE0EB8CA662}" srcOrd="2" destOrd="0" presId="urn:microsoft.com/office/officeart/2016/7/layout/LinearBlockProcessNumbered"/>
    <dgm:cxn modelId="{7810FF16-3B17-42E5-BE29-0DC6321FC1CB}" type="presParOf" srcId="{6A0BACAE-B4E9-4D66-831F-2BC1491A5E3D}" destId="{5B129B55-7CB4-429A-A9A6-584F64B80658}" srcOrd="1" destOrd="0" presId="urn:microsoft.com/office/officeart/2016/7/layout/LinearBlockProcessNumbered"/>
    <dgm:cxn modelId="{EF1F287B-047D-413F-B5A5-34D9BDF0E591}" type="presParOf" srcId="{6A0BACAE-B4E9-4D66-831F-2BC1491A5E3D}" destId="{B289C4A7-2BDF-4655-BFE8-B1CD670C5649}" srcOrd="2" destOrd="0" presId="urn:microsoft.com/office/officeart/2016/7/layout/LinearBlockProcessNumbered"/>
    <dgm:cxn modelId="{6E8BFD57-7C37-4203-99DE-FE2F830519DD}" type="presParOf" srcId="{B289C4A7-2BDF-4655-BFE8-B1CD670C5649}" destId="{B3CC45E4-C03F-4EB7-A824-7C1C7FFBB149}" srcOrd="0" destOrd="0" presId="urn:microsoft.com/office/officeart/2016/7/layout/LinearBlockProcessNumbered"/>
    <dgm:cxn modelId="{D4400142-92A8-40D4-AC16-E81CB4976B63}" type="presParOf" srcId="{B289C4A7-2BDF-4655-BFE8-B1CD670C5649}" destId="{200DDC02-D9B7-4F6E-81B6-038B2C24F8E9}" srcOrd="1" destOrd="0" presId="urn:microsoft.com/office/officeart/2016/7/layout/LinearBlockProcessNumbered"/>
    <dgm:cxn modelId="{58103015-B10A-49CC-A2F4-79BDCD214A51}" type="presParOf" srcId="{B289C4A7-2BDF-4655-BFE8-B1CD670C5649}" destId="{48257201-3708-4492-B210-CE7F7054054F}" srcOrd="2" destOrd="0" presId="urn:microsoft.com/office/officeart/2016/7/layout/LinearBlockProcessNumbered"/>
    <dgm:cxn modelId="{0A9A8803-7607-4179-95A3-0BACB8BD4112}" type="presParOf" srcId="{6A0BACAE-B4E9-4D66-831F-2BC1491A5E3D}" destId="{914B1C65-6FE7-468F-8EDB-D5CAAAC54CE6}" srcOrd="3" destOrd="0" presId="urn:microsoft.com/office/officeart/2016/7/layout/LinearBlockProcessNumbered"/>
    <dgm:cxn modelId="{AF6E97F7-9551-416F-A6B0-0E44909FBAF2}" type="presParOf" srcId="{6A0BACAE-B4E9-4D66-831F-2BC1491A5E3D}" destId="{D0EBF226-CA32-4FE9-9C3F-7F87A3635A98}" srcOrd="4" destOrd="0" presId="urn:microsoft.com/office/officeart/2016/7/layout/LinearBlockProcessNumbered"/>
    <dgm:cxn modelId="{4F19D6E8-1C0B-49D0-8607-1A76AF5347EF}" type="presParOf" srcId="{D0EBF226-CA32-4FE9-9C3F-7F87A3635A98}" destId="{EA644A6F-5DEC-4FD6-B951-E4603AAE8AB9}" srcOrd="0" destOrd="0" presId="urn:microsoft.com/office/officeart/2016/7/layout/LinearBlockProcessNumbered"/>
    <dgm:cxn modelId="{4E726139-55EA-41C1-BC1F-8C51DA9D37FB}" type="presParOf" srcId="{D0EBF226-CA32-4FE9-9C3F-7F87A3635A98}" destId="{280A2227-98D3-43CE-8DF8-67AAAB2B2F92}" srcOrd="1" destOrd="0" presId="urn:microsoft.com/office/officeart/2016/7/layout/LinearBlockProcessNumbered"/>
    <dgm:cxn modelId="{2E28C6AF-4E83-432A-B47C-16ABD98E4E14}" type="presParOf" srcId="{D0EBF226-CA32-4FE9-9C3F-7F87A3635A98}" destId="{C9127A57-9685-4866-86D8-3CDBEA74FD5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F9849A-E276-41A1-BD57-33D55598EB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C4DA6AC-CF17-4E36-9A81-7CDE8DA5CD65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Users</a:t>
          </a:r>
          <a:r>
            <a:rPr lang="en-US" dirty="0">
              <a:latin typeface="Aptos" panose="020B0004020202020204" pitchFamily="34" charset="0"/>
            </a:rPr>
            <a:t>: Quản </a:t>
          </a:r>
          <a:r>
            <a:rPr lang="en-US" dirty="0" err="1">
              <a:latin typeface="Aptos" panose="020B0004020202020204" pitchFamily="34" charset="0"/>
            </a:rPr>
            <a:t>lý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thông</a:t>
          </a:r>
          <a:r>
            <a:rPr lang="en-US" dirty="0">
              <a:latin typeface="Aptos" panose="020B0004020202020204" pitchFamily="34" charset="0"/>
            </a:rPr>
            <a:t> tin </a:t>
          </a:r>
          <a:r>
            <a:rPr lang="en-US" dirty="0" err="1">
              <a:latin typeface="Aptos" panose="020B0004020202020204" pitchFamily="34" charset="0"/>
            </a:rPr>
            <a:t>định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danh</a:t>
          </a:r>
          <a:r>
            <a:rPr lang="en-US" dirty="0">
              <a:latin typeface="Aptos" panose="020B0004020202020204" pitchFamily="34" charset="0"/>
            </a:rPr>
            <a:t> (ID, </a:t>
          </a:r>
          <a:r>
            <a:rPr lang="en-US" dirty="0" err="1">
              <a:latin typeface="Aptos" panose="020B0004020202020204" pitchFamily="34" charset="0"/>
            </a:rPr>
            <a:t>FullName</a:t>
          </a:r>
          <a:r>
            <a:rPr lang="en-US" dirty="0">
              <a:latin typeface="Aptos" panose="020B0004020202020204" pitchFamily="34" charset="0"/>
            </a:rPr>
            <a:t>, Email, Role).</a:t>
          </a:r>
        </a:p>
      </dgm:t>
    </dgm:pt>
    <dgm:pt modelId="{8C48A307-A033-4D33-A340-9EB5FBD57041}" type="parTrans" cxnId="{47E6AFE7-736A-4BEF-A764-7F36A682B62C}">
      <dgm:prSet/>
      <dgm:spPr/>
      <dgm:t>
        <a:bodyPr/>
        <a:lstStyle/>
        <a:p>
          <a:endParaRPr lang="en-US"/>
        </a:p>
      </dgm:t>
    </dgm:pt>
    <dgm:pt modelId="{EB9417B0-2BA1-4F3E-8D93-DEE6CC4E58DD}" type="sibTrans" cxnId="{47E6AFE7-736A-4BEF-A764-7F36A682B62C}">
      <dgm:prSet/>
      <dgm:spPr/>
      <dgm:t>
        <a:bodyPr/>
        <a:lstStyle/>
        <a:p>
          <a:endParaRPr lang="en-US"/>
        </a:p>
      </dgm:t>
    </dgm:pt>
    <dgm:pt modelId="{DC121FC2-5752-4135-BAFD-083DF0F67F7C}">
      <dgm:prSet/>
      <dgm:spPr/>
      <dgm:t>
        <a:bodyPr/>
        <a:lstStyle/>
        <a:p>
          <a:r>
            <a:rPr lang="vi-VN" b="1" dirty="0">
              <a:latin typeface="Aptos" panose="020B0004020202020204" pitchFamily="34" charset="0"/>
            </a:rPr>
            <a:t>Documents</a:t>
          </a:r>
          <a:r>
            <a:rPr lang="vi-VN" dirty="0">
              <a:latin typeface="Aptos" panose="020B0004020202020204" pitchFamily="34" charset="0"/>
            </a:rPr>
            <a:t>: Lưu trữ Metadata của tệp tin (FileName, FilePath, UploadedAt).</a:t>
          </a:r>
          <a:endParaRPr lang="en-US" dirty="0">
            <a:latin typeface="Aptos" panose="020B0004020202020204" pitchFamily="34" charset="0"/>
          </a:endParaRPr>
        </a:p>
      </dgm:t>
    </dgm:pt>
    <dgm:pt modelId="{CD0C949D-D2AF-450D-B625-7AA8448B0083}" type="parTrans" cxnId="{82A3BD02-02FB-4511-91A1-832D7FBEC0F9}">
      <dgm:prSet/>
      <dgm:spPr/>
      <dgm:t>
        <a:bodyPr/>
        <a:lstStyle/>
        <a:p>
          <a:endParaRPr lang="en-US"/>
        </a:p>
      </dgm:t>
    </dgm:pt>
    <dgm:pt modelId="{CCE64F17-B62C-4032-B4FE-7E6E24D525A6}" type="sibTrans" cxnId="{82A3BD02-02FB-4511-91A1-832D7FBEC0F9}">
      <dgm:prSet/>
      <dgm:spPr/>
      <dgm:t>
        <a:bodyPr/>
        <a:lstStyle/>
        <a:p>
          <a:endParaRPr lang="en-US"/>
        </a:p>
      </dgm:t>
    </dgm:pt>
    <dgm:pt modelId="{74919153-F0A6-4850-962C-E6B13C831176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Status Management</a:t>
          </a:r>
          <a:r>
            <a:rPr lang="en-US" dirty="0">
              <a:latin typeface="Aptos" panose="020B0004020202020204" pitchFamily="34" charset="0"/>
            </a:rPr>
            <a:t>: </a:t>
          </a:r>
          <a:r>
            <a:rPr lang="en-US" dirty="0" err="1">
              <a:latin typeface="Aptos" panose="020B0004020202020204" pitchFamily="34" charset="0"/>
            </a:rPr>
            <a:t>Thiết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lập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trạng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thái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mặc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định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là</a:t>
          </a:r>
          <a:r>
            <a:rPr lang="en-US" dirty="0">
              <a:latin typeface="Aptos" panose="020B0004020202020204" pitchFamily="34" charset="0"/>
            </a:rPr>
            <a:t> Pending </a:t>
          </a:r>
          <a:r>
            <a:rPr lang="en-US" dirty="0" err="1">
              <a:latin typeface="Aptos" panose="020B0004020202020204" pitchFamily="34" charset="0"/>
            </a:rPr>
            <a:t>để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chuẩn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bị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cho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luồng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xử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lý</a:t>
          </a:r>
          <a:r>
            <a:rPr lang="en-US" dirty="0">
              <a:latin typeface="Aptos" panose="020B0004020202020204" pitchFamily="34" charset="0"/>
            </a:rPr>
            <a:t> AI </a:t>
          </a:r>
          <a:r>
            <a:rPr lang="en-US" dirty="0" err="1">
              <a:latin typeface="Aptos" panose="020B0004020202020204" pitchFamily="34" charset="0"/>
            </a:rPr>
            <a:t>bất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đồng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bộ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6870A1C7-7AA3-455D-AF96-0EAD0655CB54}" type="parTrans" cxnId="{AD8079C0-FBCA-46CD-AEA4-6C201488AE7A}">
      <dgm:prSet/>
      <dgm:spPr/>
      <dgm:t>
        <a:bodyPr/>
        <a:lstStyle/>
        <a:p>
          <a:endParaRPr lang="en-US"/>
        </a:p>
      </dgm:t>
    </dgm:pt>
    <dgm:pt modelId="{BDC080DA-0F5A-410A-B40B-BAA61CE860DF}" type="sibTrans" cxnId="{AD8079C0-FBCA-46CD-AEA4-6C201488AE7A}">
      <dgm:prSet/>
      <dgm:spPr/>
      <dgm:t>
        <a:bodyPr/>
        <a:lstStyle/>
        <a:p>
          <a:endParaRPr lang="en-US"/>
        </a:p>
      </dgm:t>
    </dgm:pt>
    <dgm:pt modelId="{8AE04F86-75B7-4482-B91D-64F3F6C48917}" type="pres">
      <dgm:prSet presAssocID="{9CF9849A-E276-41A1-BD57-33D55598EB47}" presName="root" presStyleCnt="0">
        <dgm:presLayoutVars>
          <dgm:dir/>
          <dgm:resizeHandles val="exact"/>
        </dgm:presLayoutVars>
      </dgm:prSet>
      <dgm:spPr/>
    </dgm:pt>
    <dgm:pt modelId="{901632C5-4D8F-47D0-9DD4-B06459ACD7D4}" type="pres">
      <dgm:prSet presAssocID="{CC4DA6AC-CF17-4E36-9A81-7CDE8DA5CD65}" presName="compNode" presStyleCnt="0"/>
      <dgm:spPr/>
    </dgm:pt>
    <dgm:pt modelId="{BE3D5195-8AEE-45B7-80B1-4776CFE9048C}" type="pres">
      <dgm:prSet presAssocID="{CC4DA6AC-CF17-4E36-9A81-7CDE8DA5CD65}" presName="bgRect" presStyleLbl="bgShp" presStyleIdx="0" presStyleCnt="3"/>
      <dgm:spPr/>
    </dgm:pt>
    <dgm:pt modelId="{210B283F-E3EA-4262-B0FC-A3B879E23AD9}" type="pres">
      <dgm:prSet presAssocID="{CC4DA6AC-CF17-4E36-9A81-7CDE8DA5CD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EBF23645-2024-4371-8EB4-C0978DD03F95}" type="pres">
      <dgm:prSet presAssocID="{CC4DA6AC-CF17-4E36-9A81-7CDE8DA5CD65}" presName="spaceRect" presStyleCnt="0"/>
      <dgm:spPr/>
    </dgm:pt>
    <dgm:pt modelId="{8D7E6204-D755-47B8-B41B-143D59CF738B}" type="pres">
      <dgm:prSet presAssocID="{CC4DA6AC-CF17-4E36-9A81-7CDE8DA5CD65}" presName="parTx" presStyleLbl="revTx" presStyleIdx="0" presStyleCnt="3">
        <dgm:presLayoutVars>
          <dgm:chMax val="0"/>
          <dgm:chPref val="0"/>
        </dgm:presLayoutVars>
      </dgm:prSet>
      <dgm:spPr/>
    </dgm:pt>
    <dgm:pt modelId="{BBDF86EE-8554-4DC8-BBC1-23AFB2751165}" type="pres">
      <dgm:prSet presAssocID="{EB9417B0-2BA1-4F3E-8D93-DEE6CC4E58DD}" presName="sibTrans" presStyleCnt="0"/>
      <dgm:spPr/>
    </dgm:pt>
    <dgm:pt modelId="{C22D4A15-4F66-4D88-94C3-AD35929B0173}" type="pres">
      <dgm:prSet presAssocID="{DC121FC2-5752-4135-BAFD-083DF0F67F7C}" presName="compNode" presStyleCnt="0"/>
      <dgm:spPr/>
    </dgm:pt>
    <dgm:pt modelId="{AE151EF2-7CE1-49AA-BC67-C2E3F111C717}" type="pres">
      <dgm:prSet presAssocID="{DC121FC2-5752-4135-BAFD-083DF0F67F7C}" presName="bgRect" presStyleLbl="bgShp" presStyleIdx="1" presStyleCnt="3"/>
      <dgm:spPr/>
    </dgm:pt>
    <dgm:pt modelId="{8D391D3E-5ADE-4358-B5BF-650D8A6C603B}" type="pres">
      <dgm:prSet presAssocID="{DC121FC2-5752-4135-BAFD-083DF0F67F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DBDD4B3-E6C3-4B3B-9329-D7E9756693E9}" type="pres">
      <dgm:prSet presAssocID="{DC121FC2-5752-4135-BAFD-083DF0F67F7C}" presName="spaceRect" presStyleCnt="0"/>
      <dgm:spPr/>
    </dgm:pt>
    <dgm:pt modelId="{BC1898DB-510F-43AD-ADF8-8BC8549F931D}" type="pres">
      <dgm:prSet presAssocID="{DC121FC2-5752-4135-BAFD-083DF0F67F7C}" presName="parTx" presStyleLbl="revTx" presStyleIdx="1" presStyleCnt="3">
        <dgm:presLayoutVars>
          <dgm:chMax val="0"/>
          <dgm:chPref val="0"/>
        </dgm:presLayoutVars>
      </dgm:prSet>
      <dgm:spPr/>
    </dgm:pt>
    <dgm:pt modelId="{49FD0F72-B858-40BB-8B1C-46F6C3A21FAA}" type="pres">
      <dgm:prSet presAssocID="{CCE64F17-B62C-4032-B4FE-7E6E24D525A6}" presName="sibTrans" presStyleCnt="0"/>
      <dgm:spPr/>
    </dgm:pt>
    <dgm:pt modelId="{54E943C5-82BB-44A6-92CF-DF3DE393EB3F}" type="pres">
      <dgm:prSet presAssocID="{74919153-F0A6-4850-962C-E6B13C831176}" presName="compNode" presStyleCnt="0"/>
      <dgm:spPr/>
    </dgm:pt>
    <dgm:pt modelId="{27B261F2-61D2-4970-B7AE-A630C499837D}" type="pres">
      <dgm:prSet presAssocID="{74919153-F0A6-4850-962C-E6B13C831176}" presName="bgRect" presStyleLbl="bgShp" presStyleIdx="2" presStyleCnt="3"/>
      <dgm:spPr/>
    </dgm:pt>
    <dgm:pt modelId="{9074F165-106B-4C9A-9DA3-59A1674F64DE}" type="pres">
      <dgm:prSet presAssocID="{74919153-F0A6-4850-962C-E6B13C8311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30C2AE9-3D04-4D1C-9368-36403CCA8F74}" type="pres">
      <dgm:prSet presAssocID="{74919153-F0A6-4850-962C-E6B13C831176}" presName="spaceRect" presStyleCnt="0"/>
      <dgm:spPr/>
    </dgm:pt>
    <dgm:pt modelId="{7CD55004-3683-4C54-99B9-AD3695B5201D}" type="pres">
      <dgm:prSet presAssocID="{74919153-F0A6-4850-962C-E6B13C83117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A3BD02-02FB-4511-91A1-832D7FBEC0F9}" srcId="{9CF9849A-E276-41A1-BD57-33D55598EB47}" destId="{DC121FC2-5752-4135-BAFD-083DF0F67F7C}" srcOrd="1" destOrd="0" parTransId="{CD0C949D-D2AF-450D-B625-7AA8448B0083}" sibTransId="{CCE64F17-B62C-4032-B4FE-7E6E24D525A6}"/>
    <dgm:cxn modelId="{9EC2A31A-5FD8-4901-9A42-6550DB1EEC65}" type="presOf" srcId="{CC4DA6AC-CF17-4E36-9A81-7CDE8DA5CD65}" destId="{8D7E6204-D755-47B8-B41B-143D59CF738B}" srcOrd="0" destOrd="0" presId="urn:microsoft.com/office/officeart/2018/2/layout/IconVerticalSolidList"/>
    <dgm:cxn modelId="{7479C930-9750-4C9C-AFD5-3451DF228E80}" type="presOf" srcId="{DC121FC2-5752-4135-BAFD-083DF0F67F7C}" destId="{BC1898DB-510F-43AD-ADF8-8BC8549F931D}" srcOrd="0" destOrd="0" presId="urn:microsoft.com/office/officeart/2018/2/layout/IconVerticalSolidList"/>
    <dgm:cxn modelId="{0BDC9A58-0C47-430A-B364-E4E18FAA57C0}" type="presOf" srcId="{9CF9849A-E276-41A1-BD57-33D55598EB47}" destId="{8AE04F86-75B7-4482-B91D-64F3F6C48917}" srcOrd="0" destOrd="0" presId="urn:microsoft.com/office/officeart/2018/2/layout/IconVerticalSolidList"/>
    <dgm:cxn modelId="{387DF7A2-1BA8-463F-8837-60C894A4B3EC}" type="presOf" srcId="{74919153-F0A6-4850-962C-E6B13C831176}" destId="{7CD55004-3683-4C54-99B9-AD3695B5201D}" srcOrd="0" destOrd="0" presId="urn:microsoft.com/office/officeart/2018/2/layout/IconVerticalSolidList"/>
    <dgm:cxn modelId="{AD8079C0-FBCA-46CD-AEA4-6C201488AE7A}" srcId="{9CF9849A-E276-41A1-BD57-33D55598EB47}" destId="{74919153-F0A6-4850-962C-E6B13C831176}" srcOrd="2" destOrd="0" parTransId="{6870A1C7-7AA3-455D-AF96-0EAD0655CB54}" sibTransId="{BDC080DA-0F5A-410A-B40B-BAA61CE860DF}"/>
    <dgm:cxn modelId="{47E6AFE7-736A-4BEF-A764-7F36A682B62C}" srcId="{9CF9849A-E276-41A1-BD57-33D55598EB47}" destId="{CC4DA6AC-CF17-4E36-9A81-7CDE8DA5CD65}" srcOrd="0" destOrd="0" parTransId="{8C48A307-A033-4D33-A340-9EB5FBD57041}" sibTransId="{EB9417B0-2BA1-4F3E-8D93-DEE6CC4E58DD}"/>
    <dgm:cxn modelId="{5CB1F599-388C-4F47-BDA5-C3074527C961}" type="presParOf" srcId="{8AE04F86-75B7-4482-B91D-64F3F6C48917}" destId="{901632C5-4D8F-47D0-9DD4-B06459ACD7D4}" srcOrd="0" destOrd="0" presId="urn:microsoft.com/office/officeart/2018/2/layout/IconVerticalSolidList"/>
    <dgm:cxn modelId="{A7EE18F7-EAEB-4D16-B056-1A8D6396A01C}" type="presParOf" srcId="{901632C5-4D8F-47D0-9DD4-B06459ACD7D4}" destId="{BE3D5195-8AEE-45B7-80B1-4776CFE9048C}" srcOrd="0" destOrd="0" presId="urn:microsoft.com/office/officeart/2018/2/layout/IconVerticalSolidList"/>
    <dgm:cxn modelId="{8251CB15-A3FB-4D3F-9961-50D6868F4F77}" type="presParOf" srcId="{901632C5-4D8F-47D0-9DD4-B06459ACD7D4}" destId="{210B283F-E3EA-4262-B0FC-A3B879E23AD9}" srcOrd="1" destOrd="0" presId="urn:microsoft.com/office/officeart/2018/2/layout/IconVerticalSolidList"/>
    <dgm:cxn modelId="{A81EDE04-8437-4F2D-AEB8-3C691DE29634}" type="presParOf" srcId="{901632C5-4D8F-47D0-9DD4-B06459ACD7D4}" destId="{EBF23645-2024-4371-8EB4-C0978DD03F95}" srcOrd="2" destOrd="0" presId="urn:microsoft.com/office/officeart/2018/2/layout/IconVerticalSolidList"/>
    <dgm:cxn modelId="{73E76885-8754-4842-9222-2C2F0F34F80B}" type="presParOf" srcId="{901632C5-4D8F-47D0-9DD4-B06459ACD7D4}" destId="{8D7E6204-D755-47B8-B41B-143D59CF738B}" srcOrd="3" destOrd="0" presId="urn:microsoft.com/office/officeart/2018/2/layout/IconVerticalSolidList"/>
    <dgm:cxn modelId="{DEC003EC-BBE5-433C-85DF-257F18626B3F}" type="presParOf" srcId="{8AE04F86-75B7-4482-B91D-64F3F6C48917}" destId="{BBDF86EE-8554-4DC8-BBC1-23AFB2751165}" srcOrd="1" destOrd="0" presId="urn:microsoft.com/office/officeart/2018/2/layout/IconVerticalSolidList"/>
    <dgm:cxn modelId="{49903A38-64EE-4641-9D1B-7659BAEB5F19}" type="presParOf" srcId="{8AE04F86-75B7-4482-B91D-64F3F6C48917}" destId="{C22D4A15-4F66-4D88-94C3-AD35929B0173}" srcOrd="2" destOrd="0" presId="urn:microsoft.com/office/officeart/2018/2/layout/IconVerticalSolidList"/>
    <dgm:cxn modelId="{22CE33A5-741B-4F5C-8E99-A6119BEC03EA}" type="presParOf" srcId="{C22D4A15-4F66-4D88-94C3-AD35929B0173}" destId="{AE151EF2-7CE1-49AA-BC67-C2E3F111C717}" srcOrd="0" destOrd="0" presId="urn:microsoft.com/office/officeart/2018/2/layout/IconVerticalSolidList"/>
    <dgm:cxn modelId="{B2EE2B01-E04B-46B2-8337-323B1DFC7F5F}" type="presParOf" srcId="{C22D4A15-4F66-4D88-94C3-AD35929B0173}" destId="{8D391D3E-5ADE-4358-B5BF-650D8A6C603B}" srcOrd="1" destOrd="0" presId="urn:microsoft.com/office/officeart/2018/2/layout/IconVerticalSolidList"/>
    <dgm:cxn modelId="{15226D23-BBCE-4A23-8412-5757E458BC2B}" type="presParOf" srcId="{C22D4A15-4F66-4D88-94C3-AD35929B0173}" destId="{DDBDD4B3-E6C3-4B3B-9329-D7E9756693E9}" srcOrd="2" destOrd="0" presId="urn:microsoft.com/office/officeart/2018/2/layout/IconVerticalSolidList"/>
    <dgm:cxn modelId="{847BA99F-A6F1-4723-AEA8-B7EF86D6C57A}" type="presParOf" srcId="{C22D4A15-4F66-4D88-94C3-AD35929B0173}" destId="{BC1898DB-510F-43AD-ADF8-8BC8549F931D}" srcOrd="3" destOrd="0" presId="urn:microsoft.com/office/officeart/2018/2/layout/IconVerticalSolidList"/>
    <dgm:cxn modelId="{368822B0-F322-431C-ACBC-AF78C9EBC727}" type="presParOf" srcId="{8AE04F86-75B7-4482-B91D-64F3F6C48917}" destId="{49FD0F72-B858-40BB-8B1C-46F6C3A21FAA}" srcOrd="3" destOrd="0" presId="urn:microsoft.com/office/officeart/2018/2/layout/IconVerticalSolidList"/>
    <dgm:cxn modelId="{A072CF71-4EC6-4B3D-81B2-D3EEC6B3AAFA}" type="presParOf" srcId="{8AE04F86-75B7-4482-B91D-64F3F6C48917}" destId="{54E943C5-82BB-44A6-92CF-DF3DE393EB3F}" srcOrd="4" destOrd="0" presId="urn:microsoft.com/office/officeart/2018/2/layout/IconVerticalSolidList"/>
    <dgm:cxn modelId="{DED02215-ACAD-459F-9083-E90A4A3580B4}" type="presParOf" srcId="{54E943C5-82BB-44A6-92CF-DF3DE393EB3F}" destId="{27B261F2-61D2-4970-B7AE-A630C499837D}" srcOrd="0" destOrd="0" presId="urn:microsoft.com/office/officeart/2018/2/layout/IconVerticalSolidList"/>
    <dgm:cxn modelId="{19B7AD30-6CD1-45C4-934A-2A8F3BA29713}" type="presParOf" srcId="{54E943C5-82BB-44A6-92CF-DF3DE393EB3F}" destId="{9074F165-106B-4C9A-9DA3-59A1674F64DE}" srcOrd="1" destOrd="0" presId="urn:microsoft.com/office/officeart/2018/2/layout/IconVerticalSolidList"/>
    <dgm:cxn modelId="{E3035E31-BDB6-462F-A214-0628BE5B2460}" type="presParOf" srcId="{54E943C5-82BB-44A6-92CF-DF3DE393EB3F}" destId="{030C2AE9-3D04-4D1C-9368-36403CCA8F74}" srcOrd="2" destOrd="0" presId="urn:microsoft.com/office/officeart/2018/2/layout/IconVerticalSolidList"/>
    <dgm:cxn modelId="{7572A557-8B04-45D1-8425-B86778BFF874}" type="presParOf" srcId="{54E943C5-82BB-44A6-92CF-DF3DE393EB3F}" destId="{7CD55004-3683-4C54-99B9-AD3695B520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C337608-E047-4B92-89BA-B91C080D25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F1AA8A9-052A-4928-B419-16CD95625171}">
      <dgm:prSet/>
      <dgm:spPr/>
      <dgm:t>
        <a:bodyPr/>
        <a:lstStyle/>
        <a:p>
          <a:r>
            <a:rPr lang="en-US" b="1" i="0" baseline="0" dirty="0">
              <a:latin typeface="Aptos" panose="020B0004020202020204" pitchFamily="34" charset="0"/>
            </a:rPr>
            <a:t>ASP.NET Core 9 Web API</a:t>
          </a:r>
          <a:r>
            <a:rPr lang="en-US" b="0" i="0" baseline="0" dirty="0">
              <a:latin typeface="Aptos" panose="020B0004020202020204" pitchFamily="34" charset="0"/>
            </a:rPr>
            <a:t>: </a:t>
          </a:r>
          <a:r>
            <a:rPr lang="en-US" b="0" i="0" baseline="0" dirty="0" err="1">
              <a:latin typeface="Aptos" panose="020B0004020202020204" pitchFamily="34" charset="0"/>
            </a:rPr>
            <a:t>Tận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dụng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hiệu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suất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mới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nhất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từ</a:t>
          </a:r>
          <a:r>
            <a:rPr lang="en-US" b="0" i="0" baseline="0" dirty="0">
              <a:latin typeface="Aptos" panose="020B0004020202020204" pitchFamily="34" charset="0"/>
            </a:rPr>
            <a:t> Microsoft.</a:t>
          </a:r>
          <a:endParaRPr lang="en-US" dirty="0">
            <a:latin typeface="Aptos" panose="020B0004020202020204" pitchFamily="34" charset="0"/>
          </a:endParaRPr>
        </a:p>
      </dgm:t>
    </dgm:pt>
    <dgm:pt modelId="{0F7F32EC-5C80-4E61-98BF-3A1153C0A9AB}" type="parTrans" cxnId="{6131B699-E2D2-41B7-A773-F5052C4C94CB}">
      <dgm:prSet/>
      <dgm:spPr/>
      <dgm:t>
        <a:bodyPr/>
        <a:lstStyle/>
        <a:p>
          <a:endParaRPr lang="en-US"/>
        </a:p>
      </dgm:t>
    </dgm:pt>
    <dgm:pt modelId="{576E58E8-0206-430A-8F8E-4BAB16226117}" type="sibTrans" cxnId="{6131B699-E2D2-41B7-A773-F5052C4C94CB}">
      <dgm:prSet/>
      <dgm:spPr/>
      <dgm:t>
        <a:bodyPr/>
        <a:lstStyle/>
        <a:p>
          <a:endParaRPr lang="en-US"/>
        </a:p>
      </dgm:t>
    </dgm:pt>
    <dgm:pt modelId="{4FBE294E-276A-4250-843C-D2A79EEE1FFC}">
      <dgm:prSet/>
      <dgm:spPr/>
      <dgm:t>
        <a:bodyPr/>
        <a:lstStyle/>
        <a:p>
          <a:r>
            <a:rPr lang="en-US" b="1" i="0" baseline="0" dirty="0">
              <a:latin typeface="Aptos" panose="020B0004020202020204" pitchFamily="34" charset="0"/>
            </a:rPr>
            <a:t>Entity Framework Core (EF Core)</a:t>
          </a:r>
          <a:r>
            <a:rPr lang="en-US" b="0" i="0" baseline="0" dirty="0">
              <a:latin typeface="Aptos" panose="020B0004020202020204" pitchFamily="34" charset="0"/>
            </a:rPr>
            <a:t>: </a:t>
          </a:r>
          <a:r>
            <a:rPr lang="en-US" b="0" i="0" baseline="0" dirty="0" err="1">
              <a:latin typeface="Aptos" panose="020B0004020202020204" pitchFamily="34" charset="0"/>
            </a:rPr>
            <a:t>Sử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dụng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phương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pháp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1" baseline="0" dirty="0">
              <a:latin typeface="Aptos" panose="020B0004020202020204" pitchFamily="34" charset="0"/>
            </a:rPr>
            <a:t>Code-First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để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quản</a:t>
          </a:r>
          <a:r>
            <a:rPr lang="en-US" b="0" i="0" baseline="0" dirty="0">
              <a:latin typeface="Aptos" panose="020B0004020202020204" pitchFamily="34" charset="0"/>
            </a:rPr>
            <a:t> </a:t>
          </a:r>
          <a:r>
            <a:rPr lang="en-US" b="0" i="0" baseline="0" dirty="0" err="1">
              <a:latin typeface="Aptos" panose="020B0004020202020204" pitchFamily="34" charset="0"/>
            </a:rPr>
            <a:t>lý</a:t>
          </a:r>
          <a:r>
            <a:rPr lang="en-US" b="0" i="0" baseline="0" dirty="0">
              <a:latin typeface="Aptos" panose="020B0004020202020204" pitchFamily="34" charset="0"/>
            </a:rPr>
            <a:t> Database Migration.</a:t>
          </a:r>
          <a:endParaRPr lang="en-US" dirty="0">
            <a:latin typeface="Aptos" panose="020B0004020202020204" pitchFamily="34" charset="0"/>
          </a:endParaRPr>
        </a:p>
      </dgm:t>
    </dgm:pt>
    <dgm:pt modelId="{DF497B72-53F3-48C1-BAC8-0E65577200ED}" type="parTrans" cxnId="{C2DBF9B6-C348-480E-AADD-F492AA59B803}">
      <dgm:prSet/>
      <dgm:spPr/>
      <dgm:t>
        <a:bodyPr/>
        <a:lstStyle/>
        <a:p>
          <a:endParaRPr lang="en-US"/>
        </a:p>
      </dgm:t>
    </dgm:pt>
    <dgm:pt modelId="{8E32DAC6-7E72-4E8D-BCC2-CAE165967CFC}" type="sibTrans" cxnId="{C2DBF9B6-C348-480E-AADD-F492AA59B803}">
      <dgm:prSet/>
      <dgm:spPr/>
      <dgm:t>
        <a:bodyPr/>
        <a:lstStyle/>
        <a:p>
          <a:endParaRPr lang="en-US"/>
        </a:p>
      </dgm:t>
    </dgm:pt>
    <dgm:pt modelId="{5EB208EA-1559-4901-927B-DD9C5426BADD}" type="pres">
      <dgm:prSet presAssocID="{0C337608-E047-4B92-89BA-B91C080D2513}" presName="root" presStyleCnt="0">
        <dgm:presLayoutVars>
          <dgm:dir/>
          <dgm:resizeHandles val="exact"/>
        </dgm:presLayoutVars>
      </dgm:prSet>
      <dgm:spPr/>
    </dgm:pt>
    <dgm:pt modelId="{A0129B41-235A-4817-8AA8-CF807FD8471E}" type="pres">
      <dgm:prSet presAssocID="{EF1AA8A9-052A-4928-B419-16CD95625171}" presName="compNode" presStyleCnt="0"/>
      <dgm:spPr/>
    </dgm:pt>
    <dgm:pt modelId="{80B4D0CA-311A-49C7-9E81-647E5B75787D}" type="pres">
      <dgm:prSet presAssocID="{EF1AA8A9-052A-4928-B419-16CD95625171}" presName="bgRect" presStyleLbl="bgShp" presStyleIdx="0" presStyleCnt="2"/>
      <dgm:spPr/>
    </dgm:pt>
    <dgm:pt modelId="{E438EA16-8773-4CDF-8F67-8CB69BCC8DD0}" type="pres">
      <dgm:prSet presAssocID="{EF1AA8A9-052A-4928-B419-16CD9562517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06C1602-5E2F-4039-BE83-E8E9F949B66E}" type="pres">
      <dgm:prSet presAssocID="{EF1AA8A9-052A-4928-B419-16CD95625171}" presName="spaceRect" presStyleCnt="0"/>
      <dgm:spPr/>
    </dgm:pt>
    <dgm:pt modelId="{F997D216-3FF4-4362-B411-8CB079BF7D44}" type="pres">
      <dgm:prSet presAssocID="{EF1AA8A9-052A-4928-B419-16CD95625171}" presName="parTx" presStyleLbl="revTx" presStyleIdx="0" presStyleCnt="2">
        <dgm:presLayoutVars>
          <dgm:chMax val="0"/>
          <dgm:chPref val="0"/>
        </dgm:presLayoutVars>
      </dgm:prSet>
      <dgm:spPr/>
    </dgm:pt>
    <dgm:pt modelId="{EE662FB9-E3DC-492F-A26F-F8084545CFC2}" type="pres">
      <dgm:prSet presAssocID="{576E58E8-0206-430A-8F8E-4BAB16226117}" presName="sibTrans" presStyleCnt="0"/>
      <dgm:spPr/>
    </dgm:pt>
    <dgm:pt modelId="{B2EAC401-805A-4F46-89CB-610FC9D42ACC}" type="pres">
      <dgm:prSet presAssocID="{4FBE294E-276A-4250-843C-D2A79EEE1FFC}" presName="compNode" presStyleCnt="0"/>
      <dgm:spPr/>
    </dgm:pt>
    <dgm:pt modelId="{3DE20ECF-CD10-417E-8125-0909550F09B2}" type="pres">
      <dgm:prSet presAssocID="{4FBE294E-276A-4250-843C-D2A79EEE1FFC}" presName="bgRect" presStyleLbl="bgShp" presStyleIdx="1" presStyleCnt="2"/>
      <dgm:spPr/>
    </dgm:pt>
    <dgm:pt modelId="{B94E5E14-D2C0-4607-8725-A6059D12347F}" type="pres">
      <dgm:prSet presAssocID="{4FBE294E-276A-4250-843C-D2A79EEE1FF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C631B9-4675-45C0-8650-9197D4AA441F}" type="pres">
      <dgm:prSet presAssocID="{4FBE294E-276A-4250-843C-D2A79EEE1FFC}" presName="spaceRect" presStyleCnt="0"/>
      <dgm:spPr/>
    </dgm:pt>
    <dgm:pt modelId="{7C9B1778-9741-4B94-A643-54B5D5C8F8C6}" type="pres">
      <dgm:prSet presAssocID="{4FBE294E-276A-4250-843C-D2A79EEE1FF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8280392-31FA-4018-949C-C554D149C276}" type="presOf" srcId="{4FBE294E-276A-4250-843C-D2A79EEE1FFC}" destId="{7C9B1778-9741-4B94-A643-54B5D5C8F8C6}" srcOrd="0" destOrd="0" presId="urn:microsoft.com/office/officeart/2018/2/layout/IconVerticalSolidList"/>
    <dgm:cxn modelId="{6131B699-E2D2-41B7-A773-F5052C4C94CB}" srcId="{0C337608-E047-4B92-89BA-B91C080D2513}" destId="{EF1AA8A9-052A-4928-B419-16CD95625171}" srcOrd="0" destOrd="0" parTransId="{0F7F32EC-5C80-4E61-98BF-3A1153C0A9AB}" sibTransId="{576E58E8-0206-430A-8F8E-4BAB16226117}"/>
    <dgm:cxn modelId="{C2DBF9B6-C348-480E-AADD-F492AA59B803}" srcId="{0C337608-E047-4B92-89BA-B91C080D2513}" destId="{4FBE294E-276A-4250-843C-D2A79EEE1FFC}" srcOrd="1" destOrd="0" parTransId="{DF497B72-53F3-48C1-BAC8-0E65577200ED}" sibTransId="{8E32DAC6-7E72-4E8D-BCC2-CAE165967CFC}"/>
    <dgm:cxn modelId="{4BAB80EB-61BC-46C6-84E1-0E003E35AFA2}" type="presOf" srcId="{0C337608-E047-4B92-89BA-B91C080D2513}" destId="{5EB208EA-1559-4901-927B-DD9C5426BADD}" srcOrd="0" destOrd="0" presId="urn:microsoft.com/office/officeart/2018/2/layout/IconVerticalSolidList"/>
    <dgm:cxn modelId="{9CD1FFFC-2051-49A4-833A-828DA163A885}" type="presOf" srcId="{EF1AA8A9-052A-4928-B419-16CD95625171}" destId="{F997D216-3FF4-4362-B411-8CB079BF7D44}" srcOrd="0" destOrd="0" presId="urn:microsoft.com/office/officeart/2018/2/layout/IconVerticalSolidList"/>
    <dgm:cxn modelId="{A9490874-993D-4665-9B39-ABBF3B57A237}" type="presParOf" srcId="{5EB208EA-1559-4901-927B-DD9C5426BADD}" destId="{A0129B41-235A-4817-8AA8-CF807FD8471E}" srcOrd="0" destOrd="0" presId="urn:microsoft.com/office/officeart/2018/2/layout/IconVerticalSolidList"/>
    <dgm:cxn modelId="{40462931-4D23-43CA-B4C6-11AE91CA3FC8}" type="presParOf" srcId="{A0129B41-235A-4817-8AA8-CF807FD8471E}" destId="{80B4D0CA-311A-49C7-9E81-647E5B75787D}" srcOrd="0" destOrd="0" presId="urn:microsoft.com/office/officeart/2018/2/layout/IconVerticalSolidList"/>
    <dgm:cxn modelId="{3C38A116-D87E-42AE-A314-59511CEA9E90}" type="presParOf" srcId="{A0129B41-235A-4817-8AA8-CF807FD8471E}" destId="{E438EA16-8773-4CDF-8F67-8CB69BCC8DD0}" srcOrd="1" destOrd="0" presId="urn:microsoft.com/office/officeart/2018/2/layout/IconVerticalSolidList"/>
    <dgm:cxn modelId="{49D4E6FB-7351-47CA-B243-0FC2A1C7AABE}" type="presParOf" srcId="{A0129B41-235A-4817-8AA8-CF807FD8471E}" destId="{B06C1602-5E2F-4039-BE83-E8E9F949B66E}" srcOrd="2" destOrd="0" presId="urn:microsoft.com/office/officeart/2018/2/layout/IconVerticalSolidList"/>
    <dgm:cxn modelId="{7A352A6D-2AA4-42FC-88E9-35108FDEC67F}" type="presParOf" srcId="{A0129B41-235A-4817-8AA8-CF807FD8471E}" destId="{F997D216-3FF4-4362-B411-8CB079BF7D44}" srcOrd="3" destOrd="0" presId="urn:microsoft.com/office/officeart/2018/2/layout/IconVerticalSolidList"/>
    <dgm:cxn modelId="{0DCD9985-D6F1-448A-B9E2-F74A05D6506A}" type="presParOf" srcId="{5EB208EA-1559-4901-927B-DD9C5426BADD}" destId="{EE662FB9-E3DC-492F-A26F-F8084545CFC2}" srcOrd="1" destOrd="0" presId="urn:microsoft.com/office/officeart/2018/2/layout/IconVerticalSolidList"/>
    <dgm:cxn modelId="{6939C6B8-DBD1-4930-BAC8-BE94DE21BB5C}" type="presParOf" srcId="{5EB208EA-1559-4901-927B-DD9C5426BADD}" destId="{B2EAC401-805A-4F46-89CB-610FC9D42ACC}" srcOrd="2" destOrd="0" presId="urn:microsoft.com/office/officeart/2018/2/layout/IconVerticalSolidList"/>
    <dgm:cxn modelId="{CD209EF4-C44D-4EB5-84B9-55795B47B966}" type="presParOf" srcId="{B2EAC401-805A-4F46-89CB-610FC9D42ACC}" destId="{3DE20ECF-CD10-417E-8125-0909550F09B2}" srcOrd="0" destOrd="0" presId="urn:microsoft.com/office/officeart/2018/2/layout/IconVerticalSolidList"/>
    <dgm:cxn modelId="{51498E04-DA37-46E9-867F-3DA1BD0508A9}" type="presParOf" srcId="{B2EAC401-805A-4F46-89CB-610FC9D42ACC}" destId="{B94E5E14-D2C0-4607-8725-A6059D12347F}" srcOrd="1" destOrd="0" presId="urn:microsoft.com/office/officeart/2018/2/layout/IconVerticalSolidList"/>
    <dgm:cxn modelId="{CA4ED72B-9FB5-469F-9A6A-93E1F0EDBF74}" type="presParOf" srcId="{B2EAC401-805A-4F46-89CB-610FC9D42ACC}" destId="{0FC631B9-4675-45C0-8650-9197D4AA441F}" srcOrd="2" destOrd="0" presId="urn:microsoft.com/office/officeart/2018/2/layout/IconVerticalSolidList"/>
    <dgm:cxn modelId="{56CC24DD-CFAA-42F9-88DE-83381FE6D288}" type="presParOf" srcId="{B2EAC401-805A-4F46-89CB-610FC9D42ACC}" destId="{7C9B1778-9741-4B94-A643-54B5D5C8F8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47BF6B-BF23-47BC-BB2B-7F67D8CA238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5387C82-B5DE-491D-9C79-D0BB9A391F7D}">
      <dgm:prSet/>
      <dgm:spPr/>
      <dgm:t>
        <a:bodyPr/>
        <a:lstStyle/>
        <a:p>
          <a:r>
            <a:rPr lang="en-US" b="0" i="0" baseline="0"/>
            <a:t>Tách biệt mã nguồn và dữ liệu lưu trữ (InternalStorage/Documents).</a:t>
          </a:r>
          <a:endParaRPr lang="en-US"/>
        </a:p>
      </dgm:t>
    </dgm:pt>
    <dgm:pt modelId="{7D525724-439F-4BAD-B893-0390292A4F5D}" type="parTrans" cxnId="{4F789610-BA03-4BED-9EE5-6BCF8424E64E}">
      <dgm:prSet/>
      <dgm:spPr/>
      <dgm:t>
        <a:bodyPr/>
        <a:lstStyle/>
        <a:p>
          <a:endParaRPr lang="en-US"/>
        </a:p>
      </dgm:t>
    </dgm:pt>
    <dgm:pt modelId="{352AA5E9-9283-4CFB-814B-CBB77C459430}" type="sibTrans" cxnId="{4F789610-BA03-4BED-9EE5-6BCF8424E64E}">
      <dgm:prSet/>
      <dgm:spPr/>
      <dgm:t>
        <a:bodyPr/>
        <a:lstStyle/>
        <a:p>
          <a:endParaRPr lang="en-US"/>
        </a:p>
      </dgm:t>
    </dgm:pt>
    <dgm:pt modelId="{8C0D449A-E565-4277-9D84-6AE3552EF3D8}">
      <dgm:prSet/>
      <dgm:spPr/>
      <dgm:t>
        <a:bodyPr/>
        <a:lstStyle/>
        <a:p>
          <a:r>
            <a:rPr lang="en-US" b="0" i="0" baseline="0"/>
            <a:t>Quản lý cấu hình linh hoạt qua appsettings.json (LocalPath, ConnectionStrings).</a:t>
          </a:r>
          <a:endParaRPr lang="en-US"/>
        </a:p>
      </dgm:t>
    </dgm:pt>
    <dgm:pt modelId="{3F974300-DFD9-4E8E-8325-7081D7B8B6F5}" type="parTrans" cxnId="{62B4BF2D-453C-41AB-9F50-08A90CF0E32E}">
      <dgm:prSet/>
      <dgm:spPr/>
      <dgm:t>
        <a:bodyPr/>
        <a:lstStyle/>
        <a:p>
          <a:endParaRPr lang="en-US"/>
        </a:p>
      </dgm:t>
    </dgm:pt>
    <dgm:pt modelId="{15D2FD3B-151C-466D-B0F0-E2299F012797}" type="sibTrans" cxnId="{62B4BF2D-453C-41AB-9F50-08A90CF0E32E}">
      <dgm:prSet/>
      <dgm:spPr/>
      <dgm:t>
        <a:bodyPr/>
        <a:lstStyle/>
        <a:p>
          <a:endParaRPr lang="en-US"/>
        </a:p>
      </dgm:t>
    </dgm:pt>
    <dgm:pt modelId="{26C43425-D0FC-42A3-82C1-AAB1DED489CC}" type="pres">
      <dgm:prSet presAssocID="{3D47BF6B-BF23-47BC-BB2B-7F67D8CA2387}" presName="root" presStyleCnt="0">
        <dgm:presLayoutVars>
          <dgm:dir/>
          <dgm:resizeHandles val="exact"/>
        </dgm:presLayoutVars>
      </dgm:prSet>
      <dgm:spPr/>
    </dgm:pt>
    <dgm:pt modelId="{8E109EA1-F231-4938-8D53-C8669B2037C9}" type="pres">
      <dgm:prSet presAssocID="{05387C82-B5DE-491D-9C79-D0BB9A391F7D}" presName="compNode" presStyleCnt="0"/>
      <dgm:spPr/>
    </dgm:pt>
    <dgm:pt modelId="{E65EE021-CD40-4990-9FDB-36048AAC6740}" type="pres">
      <dgm:prSet presAssocID="{05387C82-B5DE-491D-9C79-D0BB9A391F7D}" presName="bgRect" presStyleLbl="bgShp" presStyleIdx="0" presStyleCnt="2"/>
      <dgm:spPr/>
    </dgm:pt>
    <dgm:pt modelId="{F16DA9DB-E412-48A9-BA7F-153DAB1D08BA}" type="pres">
      <dgm:prSet presAssocID="{05387C82-B5DE-491D-9C79-D0BB9A391F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F53D1E-A255-471F-944C-648FC14A052A}" type="pres">
      <dgm:prSet presAssocID="{05387C82-B5DE-491D-9C79-D0BB9A391F7D}" presName="spaceRect" presStyleCnt="0"/>
      <dgm:spPr/>
    </dgm:pt>
    <dgm:pt modelId="{8BA80099-C136-462E-9C84-BADF7DB8548E}" type="pres">
      <dgm:prSet presAssocID="{05387C82-B5DE-491D-9C79-D0BB9A391F7D}" presName="parTx" presStyleLbl="revTx" presStyleIdx="0" presStyleCnt="2">
        <dgm:presLayoutVars>
          <dgm:chMax val="0"/>
          <dgm:chPref val="0"/>
        </dgm:presLayoutVars>
      </dgm:prSet>
      <dgm:spPr/>
    </dgm:pt>
    <dgm:pt modelId="{844BF4E0-68D6-40C5-AB22-8987C88009CD}" type="pres">
      <dgm:prSet presAssocID="{352AA5E9-9283-4CFB-814B-CBB77C459430}" presName="sibTrans" presStyleCnt="0"/>
      <dgm:spPr/>
    </dgm:pt>
    <dgm:pt modelId="{503923BE-FAAA-4D45-B481-31D86B3580D4}" type="pres">
      <dgm:prSet presAssocID="{8C0D449A-E565-4277-9D84-6AE3552EF3D8}" presName="compNode" presStyleCnt="0"/>
      <dgm:spPr/>
    </dgm:pt>
    <dgm:pt modelId="{53F800E9-328A-45E9-ADC3-AD1985E71274}" type="pres">
      <dgm:prSet presAssocID="{8C0D449A-E565-4277-9D84-6AE3552EF3D8}" presName="bgRect" presStyleLbl="bgShp" presStyleIdx="1" presStyleCnt="2"/>
      <dgm:spPr/>
    </dgm:pt>
    <dgm:pt modelId="{2D490D70-375F-4330-AC7B-4DC9E4F40D10}" type="pres">
      <dgm:prSet presAssocID="{8C0D449A-E565-4277-9D84-6AE3552EF3D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5034394-7DB1-4807-9BDC-9670F0BC2C79}" type="pres">
      <dgm:prSet presAssocID="{8C0D449A-E565-4277-9D84-6AE3552EF3D8}" presName="spaceRect" presStyleCnt="0"/>
      <dgm:spPr/>
    </dgm:pt>
    <dgm:pt modelId="{F85ECABD-98A5-4D28-8283-8FF2E817E10D}" type="pres">
      <dgm:prSet presAssocID="{8C0D449A-E565-4277-9D84-6AE3552EF3D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49EB10F-D0C3-4133-AE8E-9CD858960165}" type="presOf" srcId="{3D47BF6B-BF23-47BC-BB2B-7F67D8CA2387}" destId="{26C43425-D0FC-42A3-82C1-AAB1DED489CC}" srcOrd="0" destOrd="0" presId="urn:microsoft.com/office/officeart/2018/2/layout/IconVerticalSolidList"/>
    <dgm:cxn modelId="{4F789610-BA03-4BED-9EE5-6BCF8424E64E}" srcId="{3D47BF6B-BF23-47BC-BB2B-7F67D8CA2387}" destId="{05387C82-B5DE-491D-9C79-D0BB9A391F7D}" srcOrd="0" destOrd="0" parTransId="{7D525724-439F-4BAD-B893-0390292A4F5D}" sibTransId="{352AA5E9-9283-4CFB-814B-CBB77C459430}"/>
    <dgm:cxn modelId="{66E8441F-CD9A-4902-A4B0-60E8D9FBFAC3}" type="presOf" srcId="{8C0D449A-E565-4277-9D84-6AE3552EF3D8}" destId="{F85ECABD-98A5-4D28-8283-8FF2E817E10D}" srcOrd="0" destOrd="0" presId="urn:microsoft.com/office/officeart/2018/2/layout/IconVerticalSolidList"/>
    <dgm:cxn modelId="{62B4BF2D-453C-41AB-9F50-08A90CF0E32E}" srcId="{3D47BF6B-BF23-47BC-BB2B-7F67D8CA2387}" destId="{8C0D449A-E565-4277-9D84-6AE3552EF3D8}" srcOrd="1" destOrd="0" parTransId="{3F974300-DFD9-4E8E-8325-7081D7B8B6F5}" sibTransId="{15D2FD3B-151C-466D-B0F0-E2299F012797}"/>
    <dgm:cxn modelId="{EAF598D0-F7DA-42B1-B8EF-A50D1589F5F4}" type="presOf" srcId="{05387C82-B5DE-491D-9C79-D0BB9A391F7D}" destId="{8BA80099-C136-462E-9C84-BADF7DB8548E}" srcOrd="0" destOrd="0" presId="urn:microsoft.com/office/officeart/2018/2/layout/IconVerticalSolidList"/>
    <dgm:cxn modelId="{666CFBD7-2369-4FF4-89F6-7D79E57D2979}" type="presParOf" srcId="{26C43425-D0FC-42A3-82C1-AAB1DED489CC}" destId="{8E109EA1-F231-4938-8D53-C8669B2037C9}" srcOrd="0" destOrd="0" presId="urn:microsoft.com/office/officeart/2018/2/layout/IconVerticalSolidList"/>
    <dgm:cxn modelId="{BFF5BE3C-0AFE-47D8-B9EE-25A478356FB8}" type="presParOf" srcId="{8E109EA1-F231-4938-8D53-C8669B2037C9}" destId="{E65EE021-CD40-4990-9FDB-36048AAC6740}" srcOrd="0" destOrd="0" presId="urn:microsoft.com/office/officeart/2018/2/layout/IconVerticalSolidList"/>
    <dgm:cxn modelId="{57CBA365-89F0-4A05-9234-B52FB1CC3165}" type="presParOf" srcId="{8E109EA1-F231-4938-8D53-C8669B2037C9}" destId="{F16DA9DB-E412-48A9-BA7F-153DAB1D08BA}" srcOrd="1" destOrd="0" presId="urn:microsoft.com/office/officeart/2018/2/layout/IconVerticalSolidList"/>
    <dgm:cxn modelId="{3175EF3E-C83E-4131-94BC-CF43CECF6C85}" type="presParOf" srcId="{8E109EA1-F231-4938-8D53-C8669B2037C9}" destId="{D1F53D1E-A255-471F-944C-648FC14A052A}" srcOrd="2" destOrd="0" presId="urn:microsoft.com/office/officeart/2018/2/layout/IconVerticalSolidList"/>
    <dgm:cxn modelId="{1863B969-78A5-4C61-A9C0-38AC349D5D19}" type="presParOf" srcId="{8E109EA1-F231-4938-8D53-C8669B2037C9}" destId="{8BA80099-C136-462E-9C84-BADF7DB8548E}" srcOrd="3" destOrd="0" presId="urn:microsoft.com/office/officeart/2018/2/layout/IconVerticalSolidList"/>
    <dgm:cxn modelId="{784429E1-681C-42AD-9A9E-E2E4C467EFD2}" type="presParOf" srcId="{26C43425-D0FC-42A3-82C1-AAB1DED489CC}" destId="{844BF4E0-68D6-40C5-AB22-8987C88009CD}" srcOrd="1" destOrd="0" presId="urn:microsoft.com/office/officeart/2018/2/layout/IconVerticalSolidList"/>
    <dgm:cxn modelId="{01127929-0B16-49F7-92F0-B8695988DADE}" type="presParOf" srcId="{26C43425-D0FC-42A3-82C1-AAB1DED489CC}" destId="{503923BE-FAAA-4D45-B481-31D86B3580D4}" srcOrd="2" destOrd="0" presId="urn:microsoft.com/office/officeart/2018/2/layout/IconVerticalSolidList"/>
    <dgm:cxn modelId="{4662FC07-CCB8-42BE-8823-AE3AC43E6B43}" type="presParOf" srcId="{503923BE-FAAA-4D45-B481-31D86B3580D4}" destId="{53F800E9-328A-45E9-ADC3-AD1985E71274}" srcOrd="0" destOrd="0" presId="urn:microsoft.com/office/officeart/2018/2/layout/IconVerticalSolidList"/>
    <dgm:cxn modelId="{A3B7073B-6A10-4766-A372-0D40BBD6DB39}" type="presParOf" srcId="{503923BE-FAAA-4D45-B481-31D86B3580D4}" destId="{2D490D70-375F-4330-AC7B-4DC9E4F40D10}" srcOrd="1" destOrd="0" presId="urn:microsoft.com/office/officeart/2018/2/layout/IconVerticalSolidList"/>
    <dgm:cxn modelId="{1F5351BC-E7F3-443F-8E6D-21EB364560CF}" type="presParOf" srcId="{503923BE-FAAA-4D45-B481-31D86B3580D4}" destId="{95034394-7DB1-4807-9BDC-9670F0BC2C79}" srcOrd="2" destOrd="0" presId="urn:microsoft.com/office/officeart/2018/2/layout/IconVerticalSolidList"/>
    <dgm:cxn modelId="{EDE1E664-1FD2-4231-92E8-C5A2A6921AE9}" type="presParOf" srcId="{503923BE-FAAA-4D45-B481-31D86B3580D4}" destId="{F85ECABD-98A5-4D28-8283-8FF2E817E1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D4EE5D-F9FA-4236-851D-FACE7BC386E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15F555-1B18-47F5-8CC6-D982AB0257C8}">
      <dgm:prSet/>
      <dgm:spPr/>
      <dgm:t>
        <a:bodyPr/>
        <a:lstStyle/>
        <a:p>
          <a:r>
            <a:rPr lang="en-US" b="0" i="0" baseline="0"/>
            <a:t>Dependency Injection (DI): Tiêm DbContext và Configuration vào Controller để tối ưu tài nguyên.</a:t>
          </a:r>
          <a:endParaRPr lang="en-US"/>
        </a:p>
      </dgm:t>
    </dgm:pt>
    <dgm:pt modelId="{70896720-965E-411F-91C0-C2EFD5147968}" type="parTrans" cxnId="{6A85C0BB-D1D7-4603-834F-9F6482205213}">
      <dgm:prSet/>
      <dgm:spPr/>
      <dgm:t>
        <a:bodyPr/>
        <a:lstStyle/>
        <a:p>
          <a:endParaRPr lang="en-US"/>
        </a:p>
      </dgm:t>
    </dgm:pt>
    <dgm:pt modelId="{B0CD141D-9D81-4D32-A6DF-FC0ED8F6EC80}" type="sibTrans" cxnId="{6A85C0BB-D1D7-4603-834F-9F6482205213}">
      <dgm:prSet/>
      <dgm:spPr/>
      <dgm:t>
        <a:bodyPr/>
        <a:lstStyle/>
        <a:p>
          <a:endParaRPr lang="en-US"/>
        </a:p>
      </dgm:t>
    </dgm:pt>
    <dgm:pt modelId="{28BD8DA2-E28A-4448-BB74-90CD68CECB27}">
      <dgm:prSet/>
      <dgm:spPr/>
      <dgm:t>
        <a:bodyPr/>
        <a:lstStyle/>
        <a:p>
          <a:r>
            <a:rPr lang="en-US" b="0" i="0" baseline="0"/>
            <a:t>Xử lý bất đồng bộ (async/await) để tối ưu khả năng chịu tải của Server khi nhận tệp tin lớn.)</a:t>
          </a:r>
          <a:endParaRPr lang="en-US"/>
        </a:p>
      </dgm:t>
    </dgm:pt>
    <dgm:pt modelId="{54A5DFBC-D720-4E3E-A7A5-654C31E4425A}" type="parTrans" cxnId="{BF4A3408-72E0-4AC9-8294-F0BAF7662A41}">
      <dgm:prSet/>
      <dgm:spPr/>
      <dgm:t>
        <a:bodyPr/>
        <a:lstStyle/>
        <a:p>
          <a:endParaRPr lang="en-US"/>
        </a:p>
      </dgm:t>
    </dgm:pt>
    <dgm:pt modelId="{99351828-A52A-480B-86EC-B489B98C406B}" type="sibTrans" cxnId="{BF4A3408-72E0-4AC9-8294-F0BAF7662A41}">
      <dgm:prSet/>
      <dgm:spPr/>
      <dgm:t>
        <a:bodyPr/>
        <a:lstStyle/>
        <a:p>
          <a:endParaRPr lang="en-US"/>
        </a:p>
      </dgm:t>
    </dgm:pt>
    <dgm:pt modelId="{E87C373E-7A45-4B36-AF3D-50AF12F7426A}" type="pres">
      <dgm:prSet presAssocID="{68D4EE5D-F9FA-4236-851D-FACE7BC386E1}" presName="linear" presStyleCnt="0">
        <dgm:presLayoutVars>
          <dgm:animLvl val="lvl"/>
          <dgm:resizeHandles val="exact"/>
        </dgm:presLayoutVars>
      </dgm:prSet>
      <dgm:spPr/>
    </dgm:pt>
    <dgm:pt modelId="{5A8AA9AB-F2AB-4952-964D-B0C6F93B210E}" type="pres">
      <dgm:prSet presAssocID="{9E15F555-1B18-47F5-8CC6-D982AB0257C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EA6490-D55B-44FA-A3CC-318BF4C346B2}" type="pres">
      <dgm:prSet presAssocID="{B0CD141D-9D81-4D32-A6DF-FC0ED8F6EC80}" presName="spacer" presStyleCnt="0"/>
      <dgm:spPr/>
    </dgm:pt>
    <dgm:pt modelId="{DFFA83DF-4F3E-4370-87E3-58D03E4C3643}" type="pres">
      <dgm:prSet presAssocID="{28BD8DA2-E28A-4448-BB74-90CD68CECB2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F4A3408-72E0-4AC9-8294-F0BAF7662A41}" srcId="{68D4EE5D-F9FA-4236-851D-FACE7BC386E1}" destId="{28BD8DA2-E28A-4448-BB74-90CD68CECB27}" srcOrd="1" destOrd="0" parTransId="{54A5DFBC-D720-4E3E-A7A5-654C31E4425A}" sibTransId="{99351828-A52A-480B-86EC-B489B98C406B}"/>
    <dgm:cxn modelId="{B34CED16-0BC7-4E13-8C2B-DADE374AF564}" type="presOf" srcId="{28BD8DA2-E28A-4448-BB74-90CD68CECB27}" destId="{DFFA83DF-4F3E-4370-87E3-58D03E4C3643}" srcOrd="0" destOrd="0" presId="urn:microsoft.com/office/officeart/2005/8/layout/vList2"/>
    <dgm:cxn modelId="{9A604176-86EF-4B90-B698-3BEF77EEB725}" type="presOf" srcId="{68D4EE5D-F9FA-4236-851D-FACE7BC386E1}" destId="{E87C373E-7A45-4B36-AF3D-50AF12F7426A}" srcOrd="0" destOrd="0" presId="urn:microsoft.com/office/officeart/2005/8/layout/vList2"/>
    <dgm:cxn modelId="{2CFD76B8-1ABB-47CD-B2AD-8C815AA82735}" type="presOf" srcId="{9E15F555-1B18-47F5-8CC6-D982AB0257C8}" destId="{5A8AA9AB-F2AB-4952-964D-B0C6F93B210E}" srcOrd="0" destOrd="0" presId="urn:microsoft.com/office/officeart/2005/8/layout/vList2"/>
    <dgm:cxn modelId="{6A85C0BB-D1D7-4603-834F-9F6482205213}" srcId="{68D4EE5D-F9FA-4236-851D-FACE7BC386E1}" destId="{9E15F555-1B18-47F5-8CC6-D982AB0257C8}" srcOrd="0" destOrd="0" parTransId="{70896720-965E-411F-91C0-C2EFD5147968}" sibTransId="{B0CD141D-9D81-4D32-A6DF-FC0ED8F6EC80}"/>
    <dgm:cxn modelId="{BDD858C4-3E78-415F-B753-DE57D5041836}" type="presParOf" srcId="{E87C373E-7A45-4B36-AF3D-50AF12F7426A}" destId="{5A8AA9AB-F2AB-4952-964D-B0C6F93B210E}" srcOrd="0" destOrd="0" presId="urn:microsoft.com/office/officeart/2005/8/layout/vList2"/>
    <dgm:cxn modelId="{945DCA13-DB6D-4192-BA31-3D3A33CA7DD6}" type="presParOf" srcId="{E87C373E-7A45-4B36-AF3D-50AF12F7426A}" destId="{7EEA6490-D55B-44FA-A3CC-318BF4C346B2}" srcOrd="1" destOrd="0" presId="urn:microsoft.com/office/officeart/2005/8/layout/vList2"/>
    <dgm:cxn modelId="{254C1D34-ABA7-407D-AB29-3C772BB2A4DA}" type="presParOf" srcId="{E87C373E-7A45-4B36-AF3D-50AF12F7426A}" destId="{DFFA83DF-4F3E-4370-87E3-58D03E4C364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C337608-E047-4B92-89BA-B91C080D25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EF1AA8A9-052A-4928-B419-16CD95625171}">
      <dgm:prSet/>
      <dgm:spPr/>
      <dgm:t>
        <a:bodyPr/>
        <a:lstStyle/>
        <a:p>
          <a:r>
            <a:rPr lang="en-US" b="1"/>
            <a:t>Validation</a:t>
          </a:r>
          <a:r>
            <a:rPr lang="en-US"/>
            <a:t>: Kiểm tra tính hợp lệ và định dạng tệp tin từ Client.</a:t>
          </a:r>
        </a:p>
      </dgm:t>
    </dgm:pt>
    <dgm:pt modelId="{0F7F32EC-5C80-4E61-98BF-3A1153C0A9AB}" type="parTrans" cxnId="{6131B699-E2D2-41B7-A773-F5052C4C94CB}">
      <dgm:prSet/>
      <dgm:spPr/>
      <dgm:t>
        <a:bodyPr/>
        <a:lstStyle/>
        <a:p>
          <a:endParaRPr lang="en-US"/>
        </a:p>
      </dgm:t>
    </dgm:pt>
    <dgm:pt modelId="{576E58E8-0206-430A-8F8E-4BAB16226117}" type="sibTrans" cxnId="{6131B699-E2D2-41B7-A773-F5052C4C94CB}">
      <dgm:prSet/>
      <dgm:spPr/>
      <dgm:t>
        <a:bodyPr/>
        <a:lstStyle/>
        <a:p>
          <a:endParaRPr lang="en-US"/>
        </a:p>
      </dgm:t>
    </dgm:pt>
    <dgm:pt modelId="{D20A7B06-8110-4AD5-AAE8-8102DC6A5A67}">
      <dgm:prSet/>
      <dgm:spPr/>
      <dgm:t>
        <a:bodyPr/>
        <a:lstStyle/>
        <a:p>
          <a:r>
            <a:rPr lang="en-US" b="1"/>
            <a:t>Unique Naming</a:t>
          </a:r>
          <a:r>
            <a:rPr lang="en-US"/>
            <a:t>: Chuyển đổi tên tệp gốc sang </a:t>
          </a:r>
          <a:r>
            <a:rPr lang="en-US" b="1"/>
            <a:t>GUID</a:t>
          </a:r>
          <a:r>
            <a:rPr lang="en-US"/>
            <a:t> (Globally Unique Identifier) để tránh trùng lặp và ngăn chặn tấn công </a:t>
          </a:r>
          <a:r>
            <a:rPr lang="en-US" i="1"/>
            <a:t>Path Traversal</a:t>
          </a:r>
          <a:r>
            <a:rPr lang="en-US"/>
            <a:t>.</a:t>
          </a:r>
        </a:p>
      </dgm:t>
    </dgm:pt>
    <dgm:pt modelId="{F6C43DF5-41F5-4417-91EC-33C1DE7456AD}" type="parTrans" cxnId="{C5E2A629-C9FC-4CA4-BEA2-2F6A1E4A402E}">
      <dgm:prSet/>
      <dgm:spPr/>
      <dgm:t>
        <a:bodyPr/>
        <a:lstStyle/>
        <a:p>
          <a:endParaRPr lang="en-US"/>
        </a:p>
      </dgm:t>
    </dgm:pt>
    <dgm:pt modelId="{FD5B0A17-6F4A-467E-8D12-322F1CB8DB4B}" type="sibTrans" cxnId="{C5E2A629-C9FC-4CA4-BEA2-2F6A1E4A402E}">
      <dgm:prSet/>
      <dgm:spPr/>
      <dgm:t>
        <a:bodyPr/>
        <a:lstStyle/>
        <a:p>
          <a:endParaRPr lang="en-US"/>
        </a:p>
      </dgm:t>
    </dgm:pt>
    <dgm:pt modelId="{498BD41D-4E9F-4E8D-B833-353BC1BB5F11}">
      <dgm:prSet/>
      <dgm:spPr/>
      <dgm:t>
        <a:bodyPr/>
        <a:lstStyle/>
        <a:p>
          <a:r>
            <a:rPr lang="vi-VN" b="1" dirty="0"/>
            <a:t>Physical Storage</a:t>
          </a:r>
          <a:r>
            <a:rPr lang="vi-VN" dirty="0"/>
            <a:t>: Lưu tệp vật lý trực tiếp vào hệ thống lưu trữ nội bộ (Local Storage).</a:t>
          </a:r>
        </a:p>
      </dgm:t>
    </dgm:pt>
    <dgm:pt modelId="{7EC1FAE8-C4A8-4379-A329-F4ED5008C1DF}" type="parTrans" cxnId="{2F18AC6B-C680-478F-AA64-201459721D62}">
      <dgm:prSet/>
      <dgm:spPr/>
      <dgm:t>
        <a:bodyPr/>
        <a:lstStyle/>
        <a:p>
          <a:endParaRPr lang="en-US"/>
        </a:p>
      </dgm:t>
    </dgm:pt>
    <dgm:pt modelId="{29731207-6487-477B-B810-DAF7D4677D46}" type="sibTrans" cxnId="{2F18AC6B-C680-478F-AA64-201459721D62}">
      <dgm:prSet/>
      <dgm:spPr/>
      <dgm:t>
        <a:bodyPr/>
        <a:lstStyle/>
        <a:p>
          <a:endParaRPr lang="en-US"/>
        </a:p>
      </dgm:t>
    </dgm:pt>
    <dgm:pt modelId="{D58B1512-2AA9-4419-A737-5DD47A16402D}">
      <dgm:prSet/>
      <dgm:spPr/>
      <dgm:t>
        <a:bodyPr/>
        <a:lstStyle/>
        <a:p>
          <a:r>
            <a:rPr lang="en-US" b="1"/>
            <a:t>Database Mapping</a:t>
          </a:r>
          <a:r>
            <a:rPr lang="en-US"/>
            <a:t>: Ghi nhận thông tin vào Postgres để đồng bộ hóa trạng thái giữa file và ứng dụng.</a:t>
          </a:r>
        </a:p>
      </dgm:t>
    </dgm:pt>
    <dgm:pt modelId="{8B6A294B-0D4E-48DB-979F-1659E9A07A02}" type="parTrans" cxnId="{04E1295B-C67C-4985-8506-10321165943C}">
      <dgm:prSet/>
      <dgm:spPr/>
      <dgm:t>
        <a:bodyPr/>
        <a:lstStyle/>
        <a:p>
          <a:endParaRPr lang="en-US"/>
        </a:p>
      </dgm:t>
    </dgm:pt>
    <dgm:pt modelId="{CFDC4D21-FB61-441C-A3AB-5FD8FAAAFB30}" type="sibTrans" cxnId="{04E1295B-C67C-4985-8506-10321165943C}">
      <dgm:prSet/>
      <dgm:spPr/>
      <dgm:t>
        <a:bodyPr/>
        <a:lstStyle/>
        <a:p>
          <a:endParaRPr lang="en-US"/>
        </a:p>
      </dgm:t>
    </dgm:pt>
    <dgm:pt modelId="{5EB208EA-1559-4901-927B-DD9C5426BADD}" type="pres">
      <dgm:prSet presAssocID="{0C337608-E047-4B92-89BA-B91C080D2513}" presName="root" presStyleCnt="0">
        <dgm:presLayoutVars>
          <dgm:dir/>
          <dgm:resizeHandles val="exact"/>
        </dgm:presLayoutVars>
      </dgm:prSet>
      <dgm:spPr/>
    </dgm:pt>
    <dgm:pt modelId="{A0129B41-235A-4817-8AA8-CF807FD8471E}" type="pres">
      <dgm:prSet presAssocID="{EF1AA8A9-052A-4928-B419-16CD95625171}" presName="compNode" presStyleCnt="0"/>
      <dgm:spPr/>
    </dgm:pt>
    <dgm:pt modelId="{80B4D0CA-311A-49C7-9E81-647E5B75787D}" type="pres">
      <dgm:prSet presAssocID="{EF1AA8A9-052A-4928-B419-16CD95625171}" presName="bgRect" presStyleLbl="bgShp" presStyleIdx="0" presStyleCnt="4"/>
      <dgm:spPr/>
    </dgm:pt>
    <dgm:pt modelId="{E438EA16-8773-4CDF-8F67-8CB69BCC8DD0}" type="pres">
      <dgm:prSet presAssocID="{EF1AA8A9-052A-4928-B419-16CD956251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06C1602-5E2F-4039-BE83-E8E9F949B66E}" type="pres">
      <dgm:prSet presAssocID="{EF1AA8A9-052A-4928-B419-16CD95625171}" presName="spaceRect" presStyleCnt="0"/>
      <dgm:spPr/>
    </dgm:pt>
    <dgm:pt modelId="{F997D216-3FF4-4362-B411-8CB079BF7D44}" type="pres">
      <dgm:prSet presAssocID="{EF1AA8A9-052A-4928-B419-16CD95625171}" presName="parTx" presStyleLbl="revTx" presStyleIdx="0" presStyleCnt="4">
        <dgm:presLayoutVars>
          <dgm:chMax val="0"/>
          <dgm:chPref val="0"/>
        </dgm:presLayoutVars>
      </dgm:prSet>
      <dgm:spPr/>
    </dgm:pt>
    <dgm:pt modelId="{EE662FB9-E3DC-492F-A26F-F8084545CFC2}" type="pres">
      <dgm:prSet presAssocID="{576E58E8-0206-430A-8F8E-4BAB16226117}" presName="sibTrans" presStyleCnt="0"/>
      <dgm:spPr/>
    </dgm:pt>
    <dgm:pt modelId="{D04CD876-D38E-4501-9F79-6072541DC10B}" type="pres">
      <dgm:prSet presAssocID="{D20A7B06-8110-4AD5-AAE8-8102DC6A5A67}" presName="compNode" presStyleCnt="0"/>
      <dgm:spPr/>
    </dgm:pt>
    <dgm:pt modelId="{3B71A890-9793-4783-AF13-D3DBB34E2C42}" type="pres">
      <dgm:prSet presAssocID="{D20A7B06-8110-4AD5-AAE8-8102DC6A5A67}" presName="bgRect" presStyleLbl="bgShp" presStyleIdx="1" presStyleCnt="4"/>
      <dgm:spPr/>
    </dgm:pt>
    <dgm:pt modelId="{61314CC6-DCAF-4FA3-BB12-41C79AB9F8BA}" type="pres">
      <dgm:prSet presAssocID="{D20A7B06-8110-4AD5-AAE8-8102DC6A5A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7A9CAFEB-1D6D-41B2-BFF2-C499C874BBE7}" type="pres">
      <dgm:prSet presAssocID="{D20A7B06-8110-4AD5-AAE8-8102DC6A5A67}" presName="spaceRect" presStyleCnt="0"/>
      <dgm:spPr/>
    </dgm:pt>
    <dgm:pt modelId="{BC92E9B1-62AD-42B1-BEF4-89BD315BA2A8}" type="pres">
      <dgm:prSet presAssocID="{D20A7B06-8110-4AD5-AAE8-8102DC6A5A67}" presName="parTx" presStyleLbl="revTx" presStyleIdx="1" presStyleCnt="4">
        <dgm:presLayoutVars>
          <dgm:chMax val="0"/>
          <dgm:chPref val="0"/>
        </dgm:presLayoutVars>
      </dgm:prSet>
      <dgm:spPr/>
    </dgm:pt>
    <dgm:pt modelId="{7AE205DC-D3D2-4AB6-A624-CE65C96DB7DC}" type="pres">
      <dgm:prSet presAssocID="{FD5B0A17-6F4A-467E-8D12-322F1CB8DB4B}" presName="sibTrans" presStyleCnt="0"/>
      <dgm:spPr/>
    </dgm:pt>
    <dgm:pt modelId="{B101E333-AD49-41C0-A425-2EC854A4FEA3}" type="pres">
      <dgm:prSet presAssocID="{498BD41D-4E9F-4E8D-B833-353BC1BB5F11}" presName="compNode" presStyleCnt="0"/>
      <dgm:spPr/>
    </dgm:pt>
    <dgm:pt modelId="{3CE324B6-5963-4F51-845A-A74424A3A387}" type="pres">
      <dgm:prSet presAssocID="{498BD41D-4E9F-4E8D-B833-353BC1BB5F11}" presName="bgRect" presStyleLbl="bgShp" presStyleIdx="2" presStyleCnt="4"/>
      <dgm:spPr/>
    </dgm:pt>
    <dgm:pt modelId="{A816A115-B354-4583-A513-B958CBFF4BCA}" type="pres">
      <dgm:prSet presAssocID="{498BD41D-4E9F-4E8D-B833-353BC1BB5F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hesive Bandage with solid fill"/>
        </a:ext>
      </dgm:extLst>
    </dgm:pt>
    <dgm:pt modelId="{FFBB4E44-CD81-47D4-A34E-21A3D5294139}" type="pres">
      <dgm:prSet presAssocID="{498BD41D-4E9F-4E8D-B833-353BC1BB5F11}" presName="spaceRect" presStyleCnt="0"/>
      <dgm:spPr/>
    </dgm:pt>
    <dgm:pt modelId="{AF47F9AE-9A6C-4C4F-BE1C-26759AD4CA96}" type="pres">
      <dgm:prSet presAssocID="{498BD41D-4E9F-4E8D-B833-353BC1BB5F11}" presName="parTx" presStyleLbl="revTx" presStyleIdx="2" presStyleCnt="4">
        <dgm:presLayoutVars>
          <dgm:chMax val="0"/>
          <dgm:chPref val="0"/>
        </dgm:presLayoutVars>
      </dgm:prSet>
      <dgm:spPr/>
    </dgm:pt>
    <dgm:pt modelId="{2DABBD99-2773-48A8-AA51-F1DB85E36EFF}" type="pres">
      <dgm:prSet presAssocID="{29731207-6487-477B-B810-DAF7D4677D46}" presName="sibTrans" presStyleCnt="0"/>
      <dgm:spPr/>
    </dgm:pt>
    <dgm:pt modelId="{41852175-E91A-432E-80DD-E9CED57363C9}" type="pres">
      <dgm:prSet presAssocID="{D58B1512-2AA9-4419-A737-5DD47A16402D}" presName="compNode" presStyleCnt="0"/>
      <dgm:spPr/>
    </dgm:pt>
    <dgm:pt modelId="{3DA7DE86-1C26-4DE3-8C94-54CCCF64D6D1}" type="pres">
      <dgm:prSet presAssocID="{D58B1512-2AA9-4419-A737-5DD47A16402D}" presName="bgRect" presStyleLbl="bgShp" presStyleIdx="3" presStyleCnt="4"/>
      <dgm:spPr/>
    </dgm:pt>
    <dgm:pt modelId="{428F54BE-5DA3-4289-98FD-800A6AA768A3}" type="pres">
      <dgm:prSet presAssocID="{D58B1512-2AA9-4419-A737-5DD47A1640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terations &amp; Tailoring with solid fill"/>
        </a:ext>
      </dgm:extLst>
    </dgm:pt>
    <dgm:pt modelId="{AA400C0A-FA07-4AF1-BA4F-65F3090B414A}" type="pres">
      <dgm:prSet presAssocID="{D58B1512-2AA9-4419-A737-5DD47A16402D}" presName="spaceRect" presStyleCnt="0"/>
      <dgm:spPr/>
    </dgm:pt>
    <dgm:pt modelId="{1FBD8EDB-F52B-4DF3-95CE-46D86F53FA02}" type="pres">
      <dgm:prSet presAssocID="{D58B1512-2AA9-4419-A737-5DD47A16402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B9DCF19-4A4D-44D0-BDD7-21134EDCBC7B}" type="presOf" srcId="{EF1AA8A9-052A-4928-B419-16CD95625171}" destId="{F997D216-3FF4-4362-B411-8CB079BF7D44}" srcOrd="0" destOrd="0" presId="urn:microsoft.com/office/officeart/2018/2/layout/IconVerticalSolidList"/>
    <dgm:cxn modelId="{C5E2A629-C9FC-4CA4-BEA2-2F6A1E4A402E}" srcId="{0C337608-E047-4B92-89BA-B91C080D2513}" destId="{D20A7B06-8110-4AD5-AAE8-8102DC6A5A67}" srcOrd="1" destOrd="0" parTransId="{F6C43DF5-41F5-4417-91EC-33C1DE7456AD}" sibTransId="{FD5B0A17-6F4A-467E-8D12-322F1CB8DB4B}"/>
    <dgm:cxn modelId="{FBC55939-07BC-40C0-A73A-F968224010F1}" type="presOf" srcId="{D58B1512-2AA9-4419-A737-5DD47A16402D}" destId="{1FBD8EDB-F52B-4DF3-95CE-46D86F53FA02}" srcOrd="0" destOrd="0" presId="urn:microsoft.com/office/officeart/2018/2/layout/IconVerticalSolidList"/>
    <dgm:cxn modelId="{04E1295B-C67C-4985-8506-10321165943C}" srcId="{0C337608-E047-4B92-89BA-B91C080D2513}" destId="{D58B1512-2AA9-4419-A737-5DD47A16402D}" srcOrd="3" destOrd="0" parTransId="{8B6A294B-0D4E-48DB-979F-1659E9A07A02}" sibTransId="{CFDC4D21-FB61-441C-A3AB-5FD8FAAAFB30}"/>
    <dgm:cxn modelId="{12C90744-C7CE-48E9-ABBF-A273CB44E911}" type="presOf" srcId="{0C337608-E047-4B92-89BA-B91C080D2513}" destId="{5EB208EA-1559-4901-927B-DD9C5426BADD}" srcOrd="0" destOrd="0" presId="urn:microsoft.com/office/officeart/2018/2/layout/IconVerticalSolidList"/>
    <dgm:cxn modelId="{2F18AC6B-C680-478F-AA64-201459721D62}" srcId="{0C337608-E047-4B92-89BA-B91C080D2513}" destId="{498BD41D-4E9F-4E8D-B833-353BC1BB5F11}" srcOrd="2" destOrd="0" parTransId="{7EC1FAE8-C4A8-4379-A329-F4ED5008C1DF}" sibTransId="{29731207-6487-477B-B810-DAF7D4677D46}"/>
    <dgm:cxn modelId="{6131B699-E2D2-41B7-A773-F5052C4C94CB}" srcId="{0C337608-E047-4B92-89BA-B91C080D2513}" destId="{EF1AA8A9-052A-4928-B419-16CD95625171}" srcOrd="0" destOrd="0" parTransId="{0F7F32EC-5C80-4E61-98BF-3A1153C0A9AB}" sibTransId="{576E58E8-0206-430A-8F8E-4BAB16226117}"/>
    <dgm:cxn modelId="{0204E8A1-1DDD-4B07-99CE-E881B7003F69}" type="presOf" srcId="{498BD41D-4E9F-4E8D-B833-353BC1BB5F11}" destId="{AF47F9AE-9A6C-4C4F-BE1C-26759AD4CA96}" srcOrd="0" destOrd="0" presId="urn:microsoft.com/office/officeart/2018/2/layout/IconVerticalSolidList"/>
    <dgm:cxn modelId="{6D6067A8-79AD-41C2-8EFC-37E6A7C0BCF5}" type="presOf" srcId="{D20A7B06-8110-4AD5-AAE8-8102DC6A5A67}" destId="{BC92E9B1-62AD-42B1-BEF4-89BD315BA2A8}" srcOrd="0" destOrd="0" presId="urn:microsoft.com/office/officeart/2018/2/layout/IconVerticalSolidList"/>
    <dgm:cxn modelId="{7D5A0E0A-9A5B-4769-8B58-BA8C1001558C}" type="presParOf" srcId="{5EB208EA-1559-4901-927B-DD9C5426BADD}" destId="{A0129B41-235A-4817-8AA8-CF807FD8471E}" srcOrd="0" destOrd="0" presId="urn:microsoft.com/office/officeart/2018/2/layout/IconVerticalSolidList"/>
    <dgm:cxn modelId="{240E06ED-0AC8-4EB0-9E97-9A9A75DFC9D0}" type="presParOf" srcId="{A0129B41-235A-4817-8AA8-CF807FD8471E}" destId="{80B4D0CA-311A-49C7-9E81-647E5B75787D}" srcOrd="0" destOrd="0" presId="urn:microsoft.com/office/officeart/2018/2/layout/IconVerticalSolidList"/>
    <dgm:cxn modelId="{E81FDEBA-325F-4C9F-B804-F59A8BB9ECEE}" type="presParOf" srcId="{A0129B41-235A-4817-8AA8-CF807FD8471E}" destId="{E438EA16-8773-4CDF-8F67-8CB69BCC8DD0}" srcOrd="1" destOrd="0" presId="urn:microsoft.com/office/officeart/2018/2/layout/IconVerticalSolidList"/>
    <dgm:cxn modelId="{D418260D-8BE9-4FB5-ADA0-5DB40B44CE4C}" type="presParOf" srcId="{A0129B41-235A-4817-8AA8-CF807FD8471E}" destId="{B06C1602-5E2F-4039-BE83-E8E9F949B66E}" srcOrd="2" destOrd="0" presId="urn:microsoft.com/office/officeart/2018/2/layout/IconVerticalSolidList"/>
    <dgm:cxn modelId="{A31C7E56-C6C0-437F-8A61-5921CFC2460D}" type="presParOf" srcId="{A0129B41-235A-4817-8AA8-CF807FD8471E}" destId="{F997D216-3FF4-4362-B411-8CB079BF7D44}" srcOrd="3" destOrd="0" presId="urn:microsoft.com/office/officeart/2018/2/layout/IconVerticalSolidList"/>
    <dgm:cxn modelId="{7EACD701-B334-4C74-A0A6-4C98D3B2071C}" type="presParOf" srcId="{5EB208EA-1559-4901-927B-DD9C5426BADD}" destId="{EE662FB9-E3DC-492F-A26F-F8084545CFC2}" srcOrd="1" destOrd="0" presId="urn:microsoft.com/office/officeart/2018/2/layout/IconVerticalSolidList"/>
    <dgm:cxn modelId="{E6FBD93A-7389-4623-9924-34E39C789625}" type="presParOf" srcId="{5EB208EA-1559-4901-927B-DD9C5426BADD}" destId="{D04CD876-D38E-4501-9F79-6072541DC10B}" srcOrd="2" destOrd="0" presId="urn:microsoft.com/office/officeart/2018/2/layout/IconVerticalSolidList"/>
    <dgm:cxn modelId="{FB37091E-8A2B-4135-80A2-9402124D5EE3}" type="presParOf" srcId="{D04CD876-D38E-4501-9F79-6072541DC10B}" destId="{3B71A890-9793-4783-AF13-D3DBB34E2C42}" srcOrd="0" destOrd="0" presId="urn:microsoft.com/office/officeart/2018/2/layout/IconVerticalSolidList"/>
    <dgm:cxn modelId="{EFFE515E-BF01-40C4-9EC2-E20DBAF154B4}" type="presParOf" srcId="{D04CD876-D38E-4501-9F79-6072541DC10B}" destId="{61314CC6-DCAF-4FA3-BB12-41C79AB9F8BA}" srcOrd="1" destOrd="0" presId="urn:microsoft.com/office/officeart/2018/2/layout/IconVerticalSolidList"/>
    <dgm:cxn modelId="{CC87E05B-586D-43AD-B7EE-75A360274715}" type="presParOf" srcId="{D04CD876-D38E-4501-9F79-6072541DC10B}" destId="{7A9CAFEB-1D6D-41B2-BFF2-C499C874BBE7}" srcOrd="2" destOrd="0" presId="urn:microsoft.com/office/officeart/2018/2/layout/IconVerticalSolidList"/>
    <dgm:cxn modelId="{08458FF9-6AB4-49B7-9C6B-11D67411D70D}" type="presParOf" srcId="{D04CD876-D38E-4501-9F79-6072541DC10B}" destId="{BC92E9B1-62AD-42B1-BEF4-89BD315BA2A8}" srcOrd="3" destOrd="0" presId="urn:microsoft.com/office/officeart/2018/2/layout/IconVerticalSolidList"/>
    <dgm:cxn modelId="{431535FE-0755-4AEE-81BA-E583BE8BA266}" type="presParOf" srcId="{5EB208EA-1559-4901-927B-DD9C5426BADD}" destId="{7AE205DC-D3D2-4AB6-A624-CE65C96DB7DC}" srcOrd="3" destOrd="0" presId="urn:microsoft.com/office/officeart/2018/2/layout/IconVerticalSolidList"/>
    <dgm:cxn modelId="{C18A3AA6-8435-4586-BF71-39F4C6C99A30}" type="presParOf" srcId="{5EB208EA-1559-4901-927B-DD9C5426BADD}" destId="{B101E333-AD49-41C0-A425-2EC854A4FEA3}" srcOrd="4" destOrd="0" presId="urn:microsoft.com/office/officeart/2018/2/layout/IconVerticalSolidList"/>
    <dgm:cxn modelId="{3C73B2AF-1D8E-4C3E-88DD-7B919B3254AD}" type="presParOf" srcId="{B101E333-AD49-41C0-A425-2EC854A4FEA3}" destId="{3CE324B6-5963-4F51-845A-A74424A3A387}" srcOrd="0" destOrd="0" presId="urn:microsoft.com/office/officeart/2018/2/layout/IconVerticalSolidList"/>
    <dgm:cxn modelId="{4D708D88-3F90-4DBC-980D-1A4748B296EE}" type="presParOf" srcId="{B101E333-AD49-41C0-A425-2EC854A4FEA3}" destId="{A816A115-B354-4583-A513-B958CBFF4BCA}" srcOrd="1" destOrd="0" presId="urn:microsoft.com/office/officeart/2018/2/layout/IconVerticalSolidList"/>
    <dgm:cxn modelId="{BAFDFAFB-E623-4A6B-8ECF-F1B9DFC16CED}" type="presParOf" srcId="{B101E333-AD49-41C0-A425-2EC854A4FEA3}" destId="{FFBB4E44-CD81-47D4-A34E-21A3D5294139}" srcOrd="2" destOrd="0" presId="urn:microsoft.com/office/officeart/2018/2/layout/IconVerticalSolidList"/>
    <dgm:cxn modelId="{41154E4B-168B-4C4A-85BB-83B01AEF79D4}" type="presParOf" srcId="{B101E333-AD49-41C0-A425-2EC854A4FEA3}" destId="{AF47F9AE-9A6C-4C4F-BE1C-26759AD4CA96}" srcOrd="3" destOrd="0" presId="urn:microsoft.com/office/officeart/2018/2/layout/IconVerticalSolidList"/>
    <dgm:cxn modelId="{F53BF783-6867-42D3-A22F-EB8C57F41E33}" type="presParOf" srcId="{5EB208EA-1559-4901-927B-DD9C5426BADD}" destId="{2DABBD99-2773-48A8-AA51-F1DB85E36EFF}" srcOrd="5" destOrd="0" presId="urn:microsoft.com/office/officeart/2018/2/layout/IconVerticalSolidList"/>
    <dgm:cxn modelId="{706C2A48-0751-45FE-B4A8-587902AD8E33}" type="presParOf" srcId="{5EB208EA-1559-4901-927B-DD9C5426BADD}" destId="{41852175-E91A-432E-80DD-E9CED57363C9}" srcOrd="6" destOrd="0" presId="urn:microsoft.com/office/officeart/2018/2/layout/IconVerticalSolidList"/>
    <dgm:cxn modelId="{BDD3FE6B-86BB-4DB0-9A3D-BB246963913D}" type="presParOf" srcId="{41852175-E91A-432E-80DD-E9CED57363C9}" destId="{3DA7DE86-1C26-4DE3-8C94-54CCCF64D6D1}" srcOrd="0" destOrd="0" presId="urn:microsoft.com/office/officeart/2018/2/layout/IconVerticalSolidList"/>
    <dgm:cxn modelId="{54336AC1-8D08-4071-9772-C51144C78450}" type="presParOf" srcId="{41852175-E91A-432E-80DD-E9CED57363C9}" destId="{428F54BE-5DA3-4289-98FD-800A6AA768A3}" srcOrd="1" destOrd="0" presId="urn:microsoft.com/office/officeart/2018/2/layout/IconVerticalSolidList"/>
    <dgm:cxn modelId="{C11CCA20-A4F0-46EE-846F-E21E7B1A3C8B}" type="presParOf" srcId="{41852175-E91A-432E-80DD-E9CED57363C9}" destId="{AA400C0A-FA07-4AF1-BA4F-65F3090B414A}" srcOrd="2" destOrd="0" presId="urn:microsoft.com/office/officeart/2018/2/layout/IconVerticalSolidList"/>
    <dgm:cxn modelId="{D5885D6F-8B3E-4034-929A-04B06F4A1D7B}" type="presParOf" srcId="{41852175-E91A-432E-80DD-E9CED57363C9}" destId="{1FBD8EDB-F52B-4DF3-95CE-46D86F53FA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3237472-AAF8-43E9-B2CB-5305C9AD93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F879AA-F8D0-4E2A-8C71-54EA483F0CC0}">
      <dgm:prSet/>
      <dgm:spPr/>
      <dgm:t>
        <a:bodyPr/>
        <a:lstStyle/>
        <a:p>
          <a:r>
            <a:rPr lang="en-US" b="0" i="0" baseline="0" dirty="0" err="1"/>
            <a:t>Không</a:t>
          </a:r>
          <a:r>
            <a:rPr lang="en-US" b="0" i="0" baseline="0" dirty="0"/>
            <a:t> </a:t>
          </a:r>
          <a:r>
            <a:rPr lang="en-US" b="0" i="0" baseline="0" dirty="0" err="1"/>
            <a:t>lưu</a:t>
          </a:r>
          <a:r>
            <a:rPr lang="en-US" b="0" i="0" baseline="0" dirty="0"/>
            <a:t> </a:t>
          </a:r>
          <a:r>
            <a:rPr lang="en-US" b="0" i="0" baseline="0" dirty="0" err="1"/>
            <a:t>trữ</a:t>
          </a:r>
          <a:r>
            <a:rPr lang="en-US" b="0" i="0" baseline="0" dirty="0"/>
            <a:t> </a:t>
          </a:r>
          <a:r>
            <a:rPr lang="en-US" b="0" i="0" baseline="0" dirty="0" err="1"/>
            <a:t>tệp</a:t>
          </a:r>
          <a:r>
            <a:rPr lang="en-US" b="0" i="0" baseline="0" dirty="0"/>
            <a:t> tin </a:t>
          </a:r>
          <a:r>
            <a:rPr lang="en-US" b="0" i="0" baseline="0" dirty="0" err="1"/>
            <a:t>trên</a:t>
          </a:r>
          <a:r>
            <a:rPr lang="en-US" b="0" i="0" baseline="0" dirty="0"/>
            <a:t> </a:t>
          </a:r>
          <a:r>
            <a:rPr lang="en-US" b="0" i="0" baseline="0" dirty="0" err="1"/>
            <a:t>dịch</a:t>
          </a:r>
          <a:r>
            <a:rPr lang="en-US" b="0" i="0" baseline="0" dirty="0"/>
            <a:t> </a:t>
          </a:r>
          <a:r>
            <a:rPr lang="en-US" b="0" i="0" baseline="0" dirty="0" err="1"/>
            <a:t>vụ</a:t>
          </a:r>
          <a:r>
            <a:rPr lang="en-US" b="0" i="0" baseline="0" dirty="0"/>
            <a:t> </a:t>
          </a:r>
          <a:r>
            <a:rPr lang="en-US" b="0" i="0" baseline="0" dirty="0" err="1"/>
            <a:t>bên</a:t>
          </a:r>
          <a:r>
            <a:rPr lang="en-US" b="0" i="0" baseline="0" dirty="0"/>
            <a:t> </a:t>
          </a:r>
          <a:r>
            <a:rPr lang="en-US" b="0" i="0" baseline="0" dirty="0" err="1"/>
            <a:t>thứ</a:t>
          </a:r>
          <a:r>
            <a:rPr lang="en-US" b="0" i="0" baseline="0" dirty="0"/>
            <a:t> </a:t>
          </a:r>
          <a:r>
            <a:rPr lang="en-US" b="0" i="0" baseline="0" dirty="0" err="1"/>
            <a:t>ba</a:t>
          </a:r>
          <a:r>
            <a:rPr lang="en-US" b="0" i="0" baseline="0" dirty="0"/>
            <a:t> (</a:t>
          </a:r>
          <a:r>
            <a:rPr lang="en-US" b="0" i="0" baseline="0" dirty="0" err="1"/>
            <a:t>đảm</a:t>
          </a:r>
          <a:r>
            <a:rPr lang="en-US" b="0" i="0" baseline="0" dirty="0"/>
            <a:t> </a:t>
          </a:r>
          <a:r>
            <a:rPr lang="en-US" b="0" i="0" baseline="0" dirty="0" err="1"/>
            <a:t>bảo</a:t>
          </a:r>
          <a:r>
            <a:rPr lang="en-US" b="0" i="0" baseline="0" dirty="0"/>
            <a:t> </a:t>
          </a:r>
          <a:r>
            <a:rPr lang="en-US" b="0" i="0" baseline="0" dirty="0" err="1"/>
            <a:t>tính</a:t>
          </a:r>
          <a:r>
            <a:rPr lang="en-US" b="0" i="0" baseline="0" dirty="0"/>
            <a:t> </a:t>
          </a:r>
          <a:r>
            <a:rPr lang="en-US" b="0" i="0" baseline="0" dirty="0" err="1"/>
            <a:t>riêng</a:t>
          </a:r>
          <a:r>
            <a:rPr lang="en-US" b="0" i="0" baseline="0" dirty="0"/>
            <a:t> </a:t>
          </a:r>
          <a:r>
            <a:rPr lang="en-US" b="0" i="0" baseline="0" dirty="0" err="1"/>
            <a:t>tư</a:t>
          </a:r>
          <a:r>
            <a:rPr lang="en-US" b="0" i="0" baseline="0" dirty="0"/>
            <a:t> </a:t>
          </a:r>
          <a:r>
            <a:rPr lang="en-US" b="0" i="0" baseline="0" dirty="0" err="1"/>
            <a:t>cho</a:t>
          </a:r>
          <a:r>
            <a:rPr lang="en-US" b="0" i="0" baseline="0" dirty="0"/>
            <a:t> </a:t>
          </a:r>
          <a:r>
            <a:rPr lang="en-US" b="0" i="0" baseline="0" dirty="0" err="1"/>
            <a:t>dữ</a:t>
          </a:r>
          <a:r>
            <a:rPr lang="en-US" b="0" i="0" baseline="0" dirty="0"/>
            <a:t> </a:t>
          </a:r>
          <a:r>
            <a:rPr lang="en-US" b="0" i="0" baseline="0" dirty="0" err="1"/>
            <a:t>liệu</a:t>
          </a:r>
          <a:r>
            <a:rPr lang="en-US" b="0" i="0" baseline="0" dirty="0"/>
            <a:t> Compliance).</a:t>
          </a:r>
          <a:endParaRPr lang="en-US" dirty="0"/>
        </a:p>
      </dgm:t>
    </dgm:pt>
    <dgm:pt modelId="{02961466-E350-44F8-9E63-80457756C974}" type="parTrans" cxnId="{435B4286-38AE-4EDD-8898-34CCBB5648D7}">
      <dgm:prSet/>
      <dgm:spPr/>
      <dgm:t>
        <a:bodyPr/>
        <a:lstStyle/>
        <a:p>
          <a:endParaRPr lang="en-US"/>
        </a:p>
      </dgm:t>
    </dgm:pt>
    <dgm:pt modelId="{D2ED1FB3-5FBB-434F-974B-78D357A702E8}" type="sibTrans" cxnId="{435B4286-38AE-4EDD-8898-34CCBB5648D7}">
      <dgm:prSet/>
      <dgm:spPr/>
      <dgm:t>
        <a:bodyPr/>
        <a:lstStyle/>
        <a:p>
          <a:endParaRPr lang="en-US"/>
        </a:p>
      </dgm:t>
    </dgm:pt>
    <dgm:pt modelId="{AD2E564B-701D-4675-BB5C-61E0DD41BD98}">
      <dgm:prSet/>
      <dgm:spPr/>
      <dgm:t>
        <a:bodyPr/>
        <a:lstStyle/>
        <a:p>
          <a:r>
            <a:rPr lang="en-US" b="0" i="0" baseline="0"/>
            <a:t>Kiểm soát chặt chẽ đường dẫn lưu trữ thông qua cấu hình hệ thống.</a:t>
          </a:r>
          <a:endParaRPr lang="en-US"/>
        </a:p>
      </dgm:t>
    </dgm:pt>
    <dgm:pt modelId="{6C79AAA0-E623-4487-9B43-D63A55B29798}" type="parTrans" cxnId="{42F1AF71-6B58-4973-9F44-C41E6F471A6F}">
      <dgm:prSet/>
      <dgm:spPr/>
      <dgm:t>
        <a:bodyPr/>
        <a:lstStyle/>
        <a:p>
          <a:endParaRPr lang="en-US"/>
        </a:p>
      </dgm:t>
    </dgm:pt>
    <dgm:pt modelId="{3E4C999C-DE99-43B4-BE9D-8CECC21E9A76}" type="sibTrans" cxnId="{42F1AF71-6B58-4973-9F44-C41E6F471A6F}">
      <dgm:prSet/>
      <dgm:spPr/>
      <dgm:t>
        <a:bodyPr/>
        <a:lstStyle/>
        <a:p>
          <a:endParaRPr lang="en-US"/>
        </a:p>
      </dgm:t>
    </dgm:pt>
    <dgm:pt modelId="{D0245707-1037-4EFB-B619-46AFCB9633D8}" type="pres">
      <dgm:prSet presAssocID="{53237472-AAF8-43E9-B2CB-5305C9AD936B}" presName="linear" presStyleCnt="0">
        <dgm:presLayoutVars>
          <dgm:animLvl val="lvl"/>
          <dgm:resizeHandles val="exact"/>
        </dgm:presLayoutVars>
      </dgm:prSet>
      <dgm:spPr/>
    </dgm:pt>
    <dgm:pt modelId="{078C5318-1DFC-43DE-8E35-739AD8FEE6B3}" type="pres">
      <dgm:prSet presAssocID="{F9F879AA-F8D0-4E2A-8C71-54EA483F0C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9F4377-29B1-4B27-825E-931F2EAECBC5}" type="pres">
      <dgm:prSet presAssocID="{D2ED1FB3-5FBB-434F-974B-78D357A702E8}" presName="spacer" presStyleCnt="0"/>
      <dgm:spPr/>
    </dgm:pt>
    <dgm:pt modelId="{46C8AF7B-474B-4F24-BAB8-69E41B4F9115}" type="pres">
      <dgm:prSet presAssocID="{AD2E564B-701D-4675-BB5C-61E0DD41BD9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2EFF64-FEDE-4F1F-9857-F7FB05222EBA}" type="presOf" srcId="{F9F879AA-F8D0-4E2A-8C71-54EA483F0CC0}" destId="{078C5318-1DFC-43DE-8E35-739AD8FEE6B3}" srcOrd="0" destOrd="0" presId="urn:microsoft.com/office/officeart/2005/8/layout/vList2"/>
    <dgm:cxn modelId="{42F1AF71-6B58-4973-9F44-C41E6F471A6F}" srcId="{53237472-AAF8-43E9-B2CB-5305C9AD936B}" destId="{AD2E564B-701D-4675-BB5C-61E0DD41BD98}" srcOrd="1" destOrd="0" parTransId="{6C79AAA0-E623-4487-9B43-D63A55B29798}" sibTransId="{3E4C999C-DE99-43B4-BE9D-8CECC21E9A76}"/>
    <dgm:cxn modelId="{435B4286-38AE-4EDD-8898-34CCBB5648D7}" srcId="{53237472-AAF8-43E9-B2CB-5305C9AD936B}" destId="{F9F879AA-F8D0-4E2A-8C71-54EA483F0CC0}" srcOrd="0" destOrd="0" parTransId="{02961466-E350-44F8-9E63-80457756C974}" sibTransId="{D2ED1FB3-5FBB-434F-974B-78D357A702E8}"/>
    <dgm:cxn modelId="{1B605D8E-7D72-4FEA-8D42-1099020158FE}" type="presOf" srcId="{53237472-AAF8-43E9-B2CB-5305C9AD936B}" destId="{D0245707-1037-4EFB-B619-46AFCB9633D8}" srcOrd="0" destOrd="0" presId="urn:microsoft.com/office/officeart/2005/8/layout/vList2"/>
    <dgm:cxn modelId="{670207A7-2695-4582-BFEE-FDC8E4F6FE2B}" type="presOf" srcId="{AD2E564B-701D-4675-BB5C-61E0DD41BD98}" destId="{46C8AF7B-474B-4F24-BAB8-69E41B4F9115}" srcOrd="0" destOrd="0" presId="urn:microsoft.com/office/officeart/2005/8/layout/vList2"/>
    <dgm:cxn modelId="{E608319D-063E-405E-8D5D-39594F0BBD66}" type="presParOf" srcId="{D0245707-1037-4EFB-B619-46AFCB9633D8}" destId="{078C5318-1DFC-43DE-8E35-739AD8FEE6B3}" srcOrd="0" destOrd="0" presId="urn:microsoft.com/office/officeart/2005/8/layout/vList2"/>
    <dgm:cxn modelId="{058C2FC3-5ACF-483B-9182-C921031227FC}" type="presParOf" srcId="{D0245707-1037-4EFB-B619-46AFCB9633D8}" destId="{489F4377-29B1-4B27-825E-931F2EAECBC5}" srcOrd="1" destOrd="0" presId="urn:microsoft.com/office/officeart/2005/8/layout/vList2"/>
    <dgm:cxn modelId="{A2B384AB-FD2D-41E6-8223-1BECF165C741}" type="presParOf" srcId="{D0245707-1037-4EFB-B619-46AFCB9633D8}" destId="{46C8AF7B-474B-4F24-BAB8-69E41B4F911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39DFFF7-8715-49FD-9492-80C8F60F10BA}" type="doc">
      <dgm:prSet loTypeId="urn:microsoft.com/office/officeart/2005/8/layout/hierarchy1" loCatId="hierarchy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A6D7CBAF-4882-4541-ADE7-2E08E4478B21}">
      <dgm:prSet/>
      <dgm:spPr/>
      <dgm:t>
        <a:bodyPr/>
        <a:lstStyle/>
        <a:p>
          <a:r>
            <a:rPr lang="en-US" b="0" i="1" baseline="0"/>
            <a:t>Vấn đề:</a:t>
          </a:r>
          <a:r>
            <a:rPr lang="en-US" b="0" i="0" baseline="0"/>
            <a:t> Lỗi khi lưu Document mà chưa có thông tin User.</a:t>
          </a:r>
          <a:endParaRPr lang="en-US"/>
        </a:p>
      </dgm:t>
    </dgm:pt>
    <dgm:pt modelId="{1B8B4554-F7EA-40D0-823B-C88CD2F50150}" type="parTrans" cxnId="{C1E3A616-FF31-441F-A5A6-9A32A3CD4D5C}">
      <dgm:prSet/>
      <dgm:spPr/>
      <dgm:t>
        <a:bodyPr/>
        <a:lstStyle/>
        <a:p>
          <a:endParaRPr lang="en-US"/>
        </a:p>
      </dgm:t>
    </dgm:pt>
    <dgm:pt modelId="{742F65EF-A4C4-4799-B829-47A31691A8DF}" type="sibTrans" cxnId="{C1E3A616-FF31-441F-A5A6-9A32A3CD4D5C}">
      <dgm:prSet/>
      <dgm:spPr/>
      <dgm:t>
        <a:bodyPr/>
        <a:lstStyle/>
        <a:p>
          <a:endParaRPr lang="en-US"/>
        </a:p>
      </dgm:t>
    </dgm:pt>
    <dgm:pt modelId="{6A057C2F-4F56-4913-951A-EDB73A9F6E6C}">
      <dgm:prSet/>
      <dgm:spPr/>
      <dgm:t>
        <a:bodyPr/>
        <a:lstStyle/>
        <a:p>
          <a:r>
            <a:rPr lang="en-US" b="0" i="1" baseline="0"/>
            <a:t>Giải pháp:</a:t>
          </a:r>
          <a:r>
            <a:rPr lang="en-US" b="0" i="0" baseline="0"/>
            <a:t> Triển khai </a:t>
          </a:r>
          <a:r>
            <a:rPr lang="en-US" b="1" i="0" baseline="0"/>
            <a:t>Seed Data</a:t>
          </a:r>
          <a:r>
            <a:rPr lang="en-US" b="0" i="0" baseline="0"/>
            <a:t> (User mặc định) để đảm bảo tính toàn vẹn dữ liệu trong giai đoạn phát triển module.</a:t>
          </a:r>
          <a:endParaRPr lang="en-US"/>
        </a:p>
      </dgm:t>
    </dgm:pt>
    <dgm:pt modelId="{F7F71DBE-A5CF-4609-86E6-A8D68FEF9168}" type="parTrans" cxnId="{CC331CC8-C418-431D-9715-40C612F1A000}">
      <dgm:prSet/>
      <dgm:spPr/>
      <dgm:t>
        <a:bodyPr/>
        <a:lstStyle/>
        <a:p>
          <a:endParaRPr lang="en-US"/>
        </a:p>
      </dgm:t>
    </dgm:pt>
    <dgm:pt modelId="{7E9423F1-AC80-47BC-BDE0-C20BEDA3A4D0}" type="sibTrans" cxnId="{CC331CC8-C418-431D-9715-40C612F1A000}">
      <dgm:prSet/>
      <dgm:spPr/>
      <dgm:t>
        <a:bodyPr/>
        <a:lstStyle/>
        <a:p>
          <a:endParaRPr lang="en-US"/>
        </a:p>
      </dgm:t>
    </dgm:pt>
    <dgm:pt modelId="{D6535AE5-8B8C-483F-A846-70F7EEA5F5CE}" type="pres">
      <dgm:prSet presAssocID="{A39DFFF7-8715-49FD-9492-80C8F60F10B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FDE252-7C00-4B9E-B850-9067342771EA}" type="pres">
      <dgm:prSet presAssocID="{A6D7CBAF-4882-4541-ADE7-2E08E4478B21}" presName="hierRoot1" presStyleCnt="0"/>
      <dgm:spPr/>
    </dgm:pt>
    <dgm:pt modelId="{EE770B3F-FDEC-4E61-9AEE-2CF2D89C1721}" type="pres">
      <dgm:prSet presAssocID="{A6D7CBAF-4882-4541-ADE7-2E08E4478B21}" presName="composite" presStyleCnt="0"/>
      <dgm:spPr/>
    </dgm:pt>
    <dgm:pt modelId="{97D2ED2F-DEBE-4EC7-B08B-0CD566663171}" type="pres">
      <dgm:prSet presAssocID="{A6D7CBAF-4882-4541-ADE7-2E08E4478B21}" presName="background" presStyleLbl="node0" presStyleIdx="0" presStyleCnt="2"/>
      <dgm:spPr/>
    </dgm:pt>
    <dgm:pt modelId="{3F67B82B-BF98-4421-A5CF-B4CEB36A0C28}" type="pres">
      <dgm:prSet presAssocID="{A6D7CBAF-4882-4541-ADE7-2E08E4478B21}" presName="text" presStyleLbl="fgAcc0" presStyleIdx="0" presStyleCnt="2">
        <dgm:presLayoutVars>
          <dgm:chPref val="3"/>
        </dgm:presLayoutVars>
      </dgm:prSet>
      <dgm:spPr/>
    </dgm:pt>
    <dgm:pt modelId="{F7974ADB-B66D-45AC-B8E7-218FE2046F59}" type="pres">
      <dgm:prSet presAssocID="{A6D7CBAF-4882-4541-ADE7-2E08E4478B21}" presName="hierChild2" presStyleCnt="0"/>
      <dgm:spPr/>
    </dgm:pt>
    <dgm:pt modelId="{3826DD2C-A0A9-45C1-9146-4BD09BD7554A}" type="pres">
      <dgm:prSet presAssocID="{6A057C2F-4F56-4913-951A-EDB73A9F6E6C}" presName="hierRoot1" presStyleCnt="0"/>
      <dgm:spPr/>
    </dgm:pt>
    <dgm:pt modelId="{440E9312-5CA9-42E6-9E58-33571B45EB53}" type="pres">
      <dgm:prSet presAssocID="{6A057C2F-4F56-4913-951A-EDB73A9F6E6C}" presName="composite" presStyleCnt="0"/>
      <dgm:spPr/>
    </dgm:pt>
    <dgm:pt modelId="{60E0B147-0CFA-4534-8889-D12DB0AA6746}" type="pres">
      <dgm:prSet presAssocID="{6A057C2F-4F56-4913-951A-EDB73A9F6E6C}" presName="background" presStyleLbl="node0" presStyleIdx="1" presStyleCnt="2"/>
      <dgm:spPr/>
    </dgm:pt>
    <dgm:pt modelId="{BBEB17AB-7E46-401F-9E38-E038C306453F}" type="pres">
      <dgm:prSet presAssocID="{6A057C2F-4F56-4913-951A-EDB73A9F6E6C}" presName="text" presStyleLbl="fgAcc0" presStyleIdx="1" presStyleCnt="2">
        <dgm:presLayoutVars>
          <dgm:chPref val="3"/>
        </dgm:presLayoutVars>
      </dgm:prSet>
      <dgm:spPr/>
    </dgm:pt>
    <dgm:pt modelId="{71496B0D-006C-4DA2-BE9B-63782B3B3D2D}" type="pres">
      <dgm:prSet presAssocID="{6A057C2F-4F56-4913-951A-EDB73A9F6E6C}" presName="hierChild2" presStyleCnt="0"/>
      <dgm:spPr/>
    </dgm:pt>
  </dgm:ptLst>
  <dgm:cxnLst>
    <dgm:cxn modelId="{C1E3A616-FF31-441F-A5A6-9A32A3CD4D5C}" srcId="{A39DFFF7-8715-49FD-9492-80C8F60F10BA}" destId="{A6D7CBAF-4882-4541-ADE7-2E08E4478B21}" srcOrd="0" destOrd="0" parTransId="{1B8B4554-F7EA-40D0-823B-C88CD2F50150}" sibTransId="{742F65EF-A4C4-4799-B829-47A31691A8DF}"/>
    <dgm:cxn modelId="{7B787491-4C43-4D13-B6DB-8286B88B25D4}" type="presOf" srcId="{A39DFFF7-8715-49FD-9492-80C8F60F10BA}" destId="{D6535AE5-8B8C-483F-A846-70F7EEA5F5CE}" srcOrd="0" destOrd="0" presId="urn:microsoft.com/office/officeart/2005/8/layout/hierarchy1"/>
    <dgm:cxn modelId="{A89EC6A8-AB26-4144-977C-4AF7468B1773}" type="presOf" srcId="{A6D7CBAF-4882-4541-ADE7-2E08E4478B21}" destId="{3F67B82B-BF98-4421-A5CF-B4CEB36A0C28}" srcOrd="0" destOrd="0" presId="urn:microsoft.com/office/officeart/2005/8/layout/hierarchy1"/>
    <dgm:cxn modelId="{CC331CC8-C418-431D-9715-40C612F1A000}" srcId="{A39DFFF7-8715-49FD-9492-80C8F60F10BA}" destId="{6A057C2F-4F56-4913-951A-EDB73A9F6E6C}" srcOrd="1" destOrd="0" parTransId="{F7F71DBE-A5CF-4609-86E6-A8D68FEF9168}" sibTransId="{7E9423F1-AC80-47BC-BDE0-C20BEDA3A4D0}"/>
    <dgm:cxn modelId="{641EA8E0-3D6B-4D04-8953-06456C15CF10}" type="presOf" srcId="{6A057C2F-4F56-4913-951A-EDB73A9F6E6C}" destId="{BBEB17AB-7E46-401F-9E38-E038C306453F}" srcOrd="0" destOrd="0" presId="urn:microsoft.com/office/officeart/2005/8/layout/hierarchy1"/>
    <dgm:cxn modelId="{AECEE8CF-D0A8-4FC2-A41C-7A7F55B242EF}" type="presParOf" srcId="{D6535AE5-8B8C-483F-A846-70F7EEA5F5CE}" destId="{9BFDE252-7C00-4B9E-B850-9067342771EA}" srcOrd="0" destOrd="0" presId="urn:microsoft.com/office/officeart/2005/8/layout/hierarchy1"/>
    <dgm:cxn modelId="{466E5CCB-D0B3-4EBD-9100-2CA309DCF282}" type="presParOf" srcId="{9BFDE252-7C00-4B9E-B850-9067342771EA}" destId="{EE770B3F-FDEC-4E61-9AEE-2CF2D89C1721}" srcOrd="0" destOrd="0" presId="urn:microsoft.com/office/officeart/2005/8/layout/hierarchy1"/>
    <dgm:cxn modelId="{6833DFEC-172E-4B13-9A12-3B634C1AB380}" type="presParOf" srcId="{EE770B3F-FDEC-4E61-9AEE-2CF2D89C1721}" destId="{97D2ED2F-DEBE-4EC7-B08B-0CD566663171}" srcOrd="0" destOrd="0" presId="urn:microsoft.com/office/officeart/2005/8/layout/hierarchy1"/>
    <dgm:cxn modelId="{EA6A46C9-9F97-42F2-B6FB-903A1C50B304}" type="presParOf" srcId="{EE770B3F-FDEC-4E61-9AEE-2CF2D89C1721}" destId="{3F67B82B-BF98-4421-A5CF-B4CEB36A0C28}" srcOrd="1" destOrd="0" presId="urn:microsoft.com/office/officeart/2005/8/layout/hierarchy1"/>
    <dgm:cxn modelId="{77F76BBC-C7E5-4833-AEAD-CF6EC9AB385E}" type="presParOf" srcId="{9BFDE252-7C00-4B9E-B850-9067342771EA}" destId="{F7974ADB-B66D-45AC-B8E7-218FE2046F59}" srcOrd="1" destOrd="0" presId="urn:microsoft.com/office/officeart/2005/8/layout/hierarchy1"/>
    <dgm:cxn modelId="{B06ACD76-A4D0-4603-BE08-FC744AEEB8C9}" type="presParOf" srcId="{D6535AE5-8B8C-483F-A846-70F7EEA5F5CE}" destId="{3826DD2C-A0A9-45C1-9146-4BD09BD7554A}" srcOrd="1" destOrd="0" presId="urn:microsoft.com/office/officeart/2005/8/layout/hierarchy1"/>
    <dgm:cxn modelId="{C3897195-14CA-4B98-8414-0AE0217D970D}" type="presParOf" srcId="{3826DD2C-A0A9-45C1-9146-4BD09BD7554A}" destId="{440E9312-5CA9-42E6-9E58-33571B45EB53}" srcOrd="0" destOrd="0" presId="urn:microsoft.com/office/officeart/2005/8/layout/hierarchy1"/>
    <dgm:cxn modelId="{C4BA5205-C603-42C1-998C-15928D7A851E}" type="presParOf" srcId="{440E9312-5CA9-42E6-9E58-33571B45EB53}" destId="{60E0B147-0CFA-4534-8889-D12DB0AA6746}" srcOrd="0" destOrd="0" presId="urn:microsoft.com/office/officeart/2005/8/layout/hierarchy1"/>
    <dgm:cxn modelId="{51566A25-549A-4819-93E2-1D4FD537865D}" type="presParOf" srcId="{440E9312-5CA9-42E6-9E58-33571B45EB53}" destId="{BBEB17AB-7E46-401F-9E38-E038C306453F}" srcOrd="1" destOrd="0" presId="urn:microsoft.com/office/officeart/2005/8/layout/hierarchy1"/>
    <dgm:cxn modelId="{16F39465-86EC-4B35-84C3-B5C6ED39CAF4}" type="presParOf" srcId="{3826DD2C-A0A9-45C1-9146-4BD09BD7554A}" destId="{71496B0D-006C-4DA2-BE9B-63782B3B3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7392BE6-AC65-4EC0-BD17-79326A391F7A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52B21C-4864-4CAD-9109-FB9C37F4FFA5}">
      <dgm:prSet/>
      <dgm:spPr/>
      <dgm:t>
        <a:bodyPr/>
        <a:lstStyle/>
        <a:p>
          <a:r>
            <a:rPr lang="en-US" b="0" i="1" baseline="0" dirty="0" err="1"/>
            <a:t>Vấn</a:t>
          </a:r>
          <a:r>
            <a:rPr lang="en-US" b="0" i="1" baseline="0" dirty="0"/>
            <a:t> </a:t>
          </a:r>
          <a:r>
            <a:rPr lang="en-US" b="0" i="1" baseline="0" dirty="0" err="1"/>
            <a:t>đề</a:t>
          </a:r>
          <a:r>
            <a:rPr lang="en-US" b="0" i="1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Sự</a:t>
          </a:r>
          <a:r>
            <a:rPr lang="en-US" b="0" i="0" baseline="0" dirty="0"/>
            <a:t> </a:t>
          </a:r>
          <a:r>
            <a:rPr lang="en-US" b="0" i="0" baseline="0" dirty="0" err="1"/>
            <a:t>khác</a:t>
          </a:r>
          <a:r>
            <a:rPr lang="en-US" b="0" i="0" baseline="0" dirty="0"/>
            <a:t> </a:t>
          </a:r>
          <a:r>
            <a:rPr lang="en-US" b="0" i="0" baseline="0" dirty="0" err="1"/>
            <a:t>biệt</a:t>
          </a:r>
          <a:r>
            <a:rPr lang="en-US" b="0" i="0" baseline="0" dirty="0"/>
            <a:t> </a:t>
          </a:r>
          <a:r>
            <a:rPr lang="en-US" b="0" i="0" baseline="0" dirty="0" err="1"/>
            <a:t>giữa</a:t>
          </a:r>
          <a:r>
            <a:rPr lang="en-US" b="0" i="0" baseline="0" dirty="0"/>
            <a:t> </a:t>
          </a:r>
          <a:r>
            <a:rPr lang="en-US" b="0" i="0" baseline="0" dirty="0" err="1"/>
            <a:t>đặt</a:t>
          </a:r>
          <a:r>
            <a:rPr lang="en-US" b="0" i="0" baseline="0" dirty="0"/>
            <a:t> </a:t>
          </a:r>
          <a:r>
            <a:rPr lang="en-US" b="0" i="0" baseline="0" dirty="0" err="1"/>
            <a:t>tên</a:t>
          </a:r>
          <a:r>
            <a:rPr lang="en-US" b="0" i="0" baseline="0" dirty="0"/>
            <a:t> </a:t>
          </a:r>
          <a:r>
            <a:rPr lang="en-US" b="0" i="0" baseline="0" dirty="0" err="1"/>
            <a:t>trong</a:t>
          </a:r>
          <a:r>
            <a:rPr lang="en-US" b="0" i="0" baseline="0" dirty="0"/>
            <a:t> C# (</a:t>
          </a:r>
          <a:r>
            <a:rPr lang="en-US" b="0" i="0" baseline="0" dirty="0" err="1"/>
            <a:t>PascalCase</a:t>
          </a:r>
          <a:r>
            <a:rPr lang="en-US" b="0" i="0" baseline="0" dirty="0"/>
            <a:t>) </a:t>
          </a:r>
          <a:r>
            <a:rPr lang="en-US" b="0" i="0" baseline="0" dirty="0" err="1"/>
            <a:t>và</a:t>
          </a:r>
          <a:r>
            <a:rPr lang="en-US" b="0" i="0" baseline="0" dirty="0"/>
            <a:t> PostgreSQL (</a:t>
          </a:r>
          <a:r>
            <a:rPr lang="en-US" b="0" i="0" baseline="0" dirty="0" err="1"/>
            <a:t>Snake_case</a:t>
          </a:r>
          <a:r>
            <a:rPr lang="en-US" b="0" i="0" baseline="0" dirty="0"/>
            <a:t>/</a:t>
          </a:r>
          <a:r>
            <a:rPr lang="en-US" b="0" i="0" baseline="0" dirty="0" err="1"/>
            <a:t>Lower_case</a:t>
          </a:r>
          <a:r>
            <a:rPr lang="en-US" b="0" i="0" baseline="0" dirty="0"/>
            <a:t>).</a:t>
          </a:r>
          <a:endParaRPr lang="en-US" dirty="0"/>
        </a:p>
      </dgm:t>
    </dgm:pt>
    <dgm:pt modelId="{125C517B-FC2B-4875-930D-911FA7961886}" type="parTrans" cxnId="{E37E021E-6D08-4F2D-BD6C-524939C50B0D}">
      <dgm:prSet/>
      <dgm:spPr/>
      <dgm:t>
        <a:bodyPr/>
        <a:lstStyle/>
        <a:p>
          <a:endParaRPr lang="en-US"/>
        </a:p>
      </dgm:t>
    </dgm:pt>
    <dgm:pt modelId="{15DC09DA-E798-4A44-BC4E-65DF481B50CD}" type="sibTrans" cxnId="{E37E021E-6D08-4F2D-BD6C-524939C50B0D}">
      <dgm:prSet/>
      <dgm:spPr/>
      <dgm:t>
        <a:bodyPr/>
        <a:lstStyle/>
        <a:p>
          <a:endParaRPr lang="en-US"/>
        </a:p>
      </dgm:t>
    </dgm:pt>
    <dgm:pt modelId="{EEF6560A-4D95-4E36-BF7C-AF28BF2735B1}">
      <dgm:prSet/>
      <dgm:spPr/>
      <dgm:t>
        <a:bodyPr/>
        <a:lstStyle/>
        <a:p>
          <a:r>
            <a:rPr lang="en-US" b="0" i="1" baseline="0" dirty="0" err="1"/>
            <a:t>Giải</a:t>
          </a:r>
          <a:r>
            <a:rPr lang="en-US" b="0" i="1" baseline="0" dirty="0"/>
            <a:t> </a:t>
          </a:r>
          <a:r>
            <a:rPr lang="en-US" b="0" i="1" baseline="0" dirty="0" err="1"/>
            <a:t>pháp</a:t>
          </a:r>
          <a:r>
            <a:rPr lang="en-US" b="0" i="1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Sử</a:t>
          </a:r>
          <a:r>
            <a:rPr lang="en-US" b="0" i="0" baseline="0" dirty="0"/>
            <a:t> </a:t>
          </a:r>
          <a:r>
            <a:rPr lang="en-US" b="0" i="0" baseline="0" dirty="0" err="1"/>
            <a:t>dụng</a:t>
          </a:r>
          <a:r>
            <a:rPr lang="en-US" b="0" i="0" baseline="0" dirty="0"/>
            <a:t> </a:t>
          </a:r>
          <a:r>
            <a:rPr lang="en-US" b="0" i="0" baseline="0" dirty="0" err="1"/>
            <a:t>information_schema</a:t>
          </a:r>
          <a:r>
            <a:rPr lang="en-US" b="0" i="0" baseline="0" dirty="0"/>
            <a:t> </a:t>
          </a:r>
          <a:r>
            <a:rPr lang="en-US" b="0" i="0" baseline="0" dirty="0" err="1"/>
            <a:t>để</a:t>
          </a:r>
          <a:r>
            <a:rPr lang="en-US" b="0" i="0" baseline="0" dirty="0"/>
            <a:t> </a:t>
          </a:r>
          <a:r>
            <a:rPr lang="en-US" b="0" i="0" baseline="0" dirty="0" err="1"/>
            <a:t>kiểm</a:t>
          </a:r>
          <a:r>
            <a:rPr lang="en-US" b="0" i="0" baseline="0" dirty="0"/>
            <a:t> </a:t>
          </a:r>
          <a:r>
            <a:rPr lang="en-US" b="0" i="0" baseline="0" dirty="0" err="1"/>
            <a:t>tra</a:t>
          </a:r>
          <a:r>
            <a:rPr lang="en-US" b="0" i="0" baseline="0" dirty="0"/>
            <a:t> </a:t>
          </a:r>
          <a:r>
            <a:rPr lang="en-US" b="0" i="0" baseline="0" dirty="0" err="1"/>
            <a:t>cấu</a:t>
          </a:r>
          <a:r>
            <a:rPr lang="en-US" b="0" i="0" baseline="0" dirty="0"/>
            <a:t> </a:t>
          </a:r>
          <a:r>
            <a:rPr lang="en-US" b="0" i="0" baseline="0" dirty="0" err="1"/>
            <a:t>trúc</a:t>
          </a:r>
          <a:r>
            <a:rPr lang="en-US" b="0" i="0" baseline="0" dirty="0"/>
            <a:t> </a:t>
          </a:r>
          <a:r>
            <a:rPr lang="en-US" b="0" i="0" baseline="0" dirty="0" err="1"/>
            <a:t>thực</a:t>
          </a:r>
          <a:r>
            <a:rPr lang="en-US" b="0" i="0" baseline="0" dirty="0"/>
            <a:t> </a:t>
          </a:r>
          <a:r>
            <a:rPr lang="en-US" b="0" i="0" baseline="0" dirty="0" err="1"/>
            <a:t>tế</a:t>
          </a:r>
          <a:r>
            <a:rPr lang="en-US" b="0" i="0" baseline="0" dirty="0"/>
            <a:t> </a:t>
          </a:r>
          <a:r>
            <a:rPr lang="en-US" b="0" i="0" baseline="0" dirty="0" err="1"/>
            <a:t>và</a:t>
          </a:r>
          <a:r>
            <a:rPr lang="en-US" b="0" i="0" baseline="0" dirty="0"/>
            <a:t> </a:t>
          </a:r>
          <a:r>
            <a:rPr lang="en-US" b="0" i="0" baseline="0" dirty="0" err="1"/>
            <a:t>điều</a:t>
          </a:r>
          <a:r>
            <a:rPr lang="en-US" b="0" i="0" baseline="0" dirty="0"/>
            <a:t> </a:t>
          </a:r>
          <a:r>
            <a:rPr lang="en-US" b="0" i="0" baseline="0" dirty="0" err="1"/>
            <a:t>chỉnh</a:t>
          </a:r>
          <a:r>
            <a:rPr lang="en-US" b="0" i="0" baseline="0" dirty="0"/>
            <a:t> </a:t>
          </a:r>
          <a:r>
            <a:rPr lang="en-US" b="0" i="0" baseline="0" dirty="0" err="1"/>
            <a:t>câu</a:t>
          </a:r>
          <a:r>
            <a:rPr lang="en-US" b="0" i="0" baseline="0" dirty="0"/>
            <a:t> </a:t>
          </a:r>
          <a:r>
            <a:rPr lang="en-US" b="0" i="0" baseline="0" dirty="0" err="1"/>
            <a:t>lệnh</a:t>
          </a:r>
          <a:r>
            <a:rPr lang="en-US" b="0" i="0" baseline="0" dirty="0"/>
            <a:t> SQL/Mapping </a:t>
          </a:r>
          <a:r>
            <a:rPr lang="en-US" b="0" i="0" baseline="0" dirty="0" err="1"/>
            <a:t>chính</a:t>
          </a:r>
          <a:r>
            <a:rPr lang="en-US" b="0" i="0" baseline="0" dirty="0"/>
            <a:t> </a:t>
          </a:r>
          <a:r>
            <a:rPr lang="en-US" b="0" i="0" baseline="0" dirty="0" err="1"/>
            <a:t>xác</a:t>
          </a:r>
          <a:r>
            <a:rPr lang="en-US" b="0" i="0" baseline="0" dirty="0"/>
            <a:t>.</a:t>
          </a:r>
          <a:endParaRPr lang="en-US" dirty="0"/>
        </a:p>
      </dgm:t>
    </dgm:pt>
    <dgm:pt modelId="{801D6464-603D-4381-8E37-1498782DE447}" type="parTrans" cxnId="{E400FDD5-5DB4-44CD-8092-F2422338862E}">
      <dgm:prSet/>
      <dgm:spPr/>
      <dgm:t>
        <a:bodyPr/>
        <a:lstStyle/>
        <a:p>
          <a:endParaRPr lang="en-US"/>
        </a:p>
      </dgm:t>
    </dgm:pt>
    <dgm:pt modelId="{215790D7-A9E1-4DD6-A3D6-5C8910142B4C}" type="sibTrans" cxnId="{E400FDD5-5DB4-44CD-8092-F2422338862E}">
      <dgm:prSet/>
      <dgm:spPr/>
      <dgm:t>
        <a:bodyPr/>
        <a:lstStyle/>
        <a:p>
          <a:endParaRPr lang="en-US"/>
        </a:p>
      </dgm:t>
    </dgm:pt>
    <dgm:pt modelId="{CDABEC37-B9B0-4470-95A2-5FFEAC780BE5}" type="pres">
      <dgm:prSet presAssocID="{07392BE6-AC65-4EC0-BD17-79326A391F7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626DCB-0634-4C10-A477-2309A16023C3}" type="pres">
      <dgm:prSet presAssocID="{8252B21C-4864-4CAD-9109-FB9C37F4FFA5}" presName="hierRoot1" presStyleCnt="0"/>
      <dgm:spPr/>
    </dgm:pt>
    <dgm:pt modelId="{AF42981F-302B-44C7-A46A-9055910FE1B6}" type="pres">
      <dgm:prSet presAssocID="{8252B21C-4864-4CAD-9109-FB9C37F4FFA5}" presName="composite" presStyleCnt="0"/>
      <dgm:spPr/>
    </dgm:pt>
    <dgm:pt modelId="{1525B2CE-57EE-4F3F-BF0C-E1D28D994400}" type="pres">
      <dgm:prSet presAssocID="{8252B21C-4864-4CAD-9109-FB9C37F4FFA5}" presName="background" presStyleLbl="node0" presStyleIdx="0" presStyleCnt="2"/>
      <dgm:spPr/>
    </dgm:pt>
    <dgm:pt modelId="{49BEF205-A7A3-40BD-9D57-E7E46E2EE2AB}" type="pres">
      <dgm:prSet presAssocID="{8252B21C-4864-4CAD-9109-FB9C37F4FFA5}" presName="text" presStyleLbl="fgAcc0" presStyleIdx="0" presStyleCnt="2">
        <dgm:presLayoutVars>
          <dgm:chPref val="3"/>
        </dgm:presLayoutVars>
      </dgm:prSet>
      <dgm:spPr/>
    </dgm:pt>
    <dgm:pt modelId="{2B58C039-D89D-485B-A2A4-2490CFDA5455}" type="pres">
      <dgm:prSet presAssocID="{8252B21C-4864-4CAD-9109-FB9C37F4FFA5}" presName="hierChild2" presStyleCnt="0"/>
      <dgm:spPr/>
    </dgm:pt>
    <dgm:pt modelId="{EA77C836-8F43-4BCB-BFCD-790C2DBA60C3}" type="pres">
      <dgm:prSet presAssocID="{EEF6560A-4D95-4E36-BF7C-AF28BF2735B1}" presName="hierRoot1" presStyleCnt="0"/>
      <dgm:spPr/>
    </dgm:pt>
    <dgm:pt modelId="{C5706C31-3014-4E3B-8EA9-887CDE5CDD40}" type="pres">
      <dgm:prSet presAssocID="{EEF6560A-4D95-4E36-BF7C-AF28BF2735B1}" presName="composite" presStyleCnt="0"/>
      <dgm:spPr/>
    </dgm:pt>
    <dgm:pt modelId="{D8BC7813-34D7-457F-AF04-8227ADC68D02}" type="pres">
      <dgm:prSet presAssocID="{EEF6560A-4D95-4E36-BF7C-AF28BF2735B1}" presName="background" presStyleLbl="node0" presStyleIdx="1" presStyleCnt="2"/>
      <dgm:spPr/>
    </dgm:pt>
    <dgm:pt modelId="{783BDB15-4DCC-4499-83B7-A51680498DA2}" type="pres">
      <dgm:prSet presAssocID="{EEF6560A-4D95-4E36-BF7C-AF28BF2735B1}" presName="text" presStyleLbl="fgAcc0" presStyleIdx="1" presStyleCnt="2">
        <dgm:presLayoutVars>
          <dgm:chPref val="3"/>
        </dgm:presLayoutVars>
      </dgm:prSet>
      <dgm:spPr/>
    </dgm:pt>
    <dgm:pt modelId="{2DC616AD-9957-46BA-9B8A-FBD766821E6D}" type="pres">
      <dgm:prSet presAssocID="{EEF6560A-4D95-4E36-BF7C-AF28BF2735B1}" presName="hierChild2" presStyleCnt="0"/>
      <dgm:spPr/>
    </dgm:pt>
  </dgm:ptLst>
  <dgm:cxnLst>
    <dgm:cxn modelId="{BF0D3307-7F76-42E2-A66A-A62D60E1A046}" type="presOf" srcId="{EEF6560A-4D95-4E36-BF7C-AF28BF2735B1}" destId="{783BDB15-4DCC-4499-83B7-A51680498DA2}" srcOrd="0" destOrd="0" presId="urn:microsoft.com/office/officeart/2005/8/layout/hierarchy1"/>
    <dgm:cxn modelId="{E37E021E-6D08-4F2D-BD6C-524939C50B0D}" srcId="{07392BE6-AC65-4EC0-BD17-79326A391F7A}" destId="{8252B21C-4864-4CAD-9109-FB9C37F4FFA5}" srcOrd="0" destOrd="0" parTransId="{125C517B-FC2B-4875-930D-911FA7961886}" sibTransId="{15DC09DA-E798-4A44-BC4E-65DF481B50CD}"/>
    <dgm:cxn modelId="{12019827-18B9-4D4B-8383-52D22D7C81DF}" type="presOf" srcId="{07392BE6-AC65-4EC0-BD17-79326A391F7A}" destId="{CDABEC37-B9B0-4470-95A2-5FFEAC780BE5}" srcOrd="0" destOrd="0" presId="urn:microsoft.com/office/officeart/2005/8/layout/hierarchy1"/>
    <dgm:cxn modelId="{BB6F4951-B5EE-4602-A6A1-55166F2C13F1}" type="presOf" srcId="{8252B21C-4864-4CAD-9109-FB9C37F4FFA5}" destId="{49BEF205-A7A3-40BD-9D57-E7E46E2EE2AB}" srcOrd="0" destOrd="0" presId="urn:microsoft.com/office/officeart/2005/8/layout/hierarchy1"/>
    <dgm:cxn modelId="{E400FDD5-5DB4-44CD-8092-F2422338862E}" srcId="{07392BE6-AC65-4EC0-BD17-79326A391F7A}" destId="{EEF6560A-4D95-4E36-BF7C-AF28BF2735B1}" srcOrd="1" destOrd="0" parTransId="{801D6464-603D-4381-8E37-1498782DE447}" sibTransId="{215790D7-A9E1-4DD6-A3D6-5C8910142B4C}"/>
    <dgm:cxn modelId="{231745ED-C272-4B61-BE7C-EC9C62F2DA4C}" type="presParOf" srcId="{CDABEC37-B9B0-4470-95A2-5FFEAC780BE5}" destId="{A7626DCB-0634-4C10-A477-2309A16023C3}" srcOrd="0" destOrd="0" presId="urn:microsoft.com/office/officeart/2005/8/layout/hierarchy1"/>
    <dgm:cxn modelId="{A67CF9AB-1ECE-4B25-B82E-33510328D46C}" type="presParOf" srcId="{A7626DCB-0634-4C10-A477-2309A16023C3}" destId="{AF42981F-302B-44C7-A46A-9055910FE1B6}" srcOrd="0" destOrd="0" presId="urn:microsoft.com/office/officeart/2005/8/layout/hierarchy1"/>
    <dgm:cxn modelId="{1EB5B242-F5DC-4E85-86EA-AA7431375710}" type="presParOf" srcId="{AF42981F-302B-44C7-A46A-9055910FE1B6}" destId="{1525B2CE-57EE-4F3F-BF0C-E1D28D994400}" srcOrd="0" destOrd="0" presId="urn:microsoft.com/office/officeart/2005/8/layout/hierarchy1"/>
    <dgm:cxn modelId="{2F0AF098-F79C-4E30-84A3-3389A654F080}" type="presParOf" srcId="{AF42981F-302B-44C7-A46A-9055910FE1B6}" destId="{49BEF205-A7A3-40BD-9D57-E7E46E2EE2AB}" srcOrd="1" destOrd="0" presId="urn:microsoft.com/office/officeart/2005/8/layout/hierarchy1"/>
    <dgm:cxn modelId="{DAC52145-0295-402F-82FF-1644BDB60B51}" type="presParOf" srcId="{A7626DCB-0634-4C10-A477-2309A16023C3}" destId="{2B58C039-D89D-485B-A2A4-2490CFDA5455}" srcOrd="1" destOrd="0" presId="urn:microsoft.com/office/officeart/2005/8/layout/hierarchy1"/>
    <dgm:cxn modelId="{A3E500DD-DE7D-43C2-87BA-DE6261B43A07}" type="presParOf" srcId="{CDABEC37-B9B0-4470-95A2-5FFEAC780BE5}" destId="{EA77C836-8F43-4BCB-BFCD-790C2DBA60C3}" srcOrd="1" destOrd="0" presId="urn:microsoft.com/office/officeart/2005/8/layout/hierarchy1"/>
    <dgm:cxn modelId="{9658AF6B-2D7A-444B-A4DB-A52A9B3CE075}" type="presParOf" srcId="{EA77C836-8F43-4BCB-BFCD-790C2DBA60C3}" destId="{C5706C31-3014-4E3B-8EA9-887CDE5CDD40}" srcOrd="0" destOrd="0" presId="urn:microsoft.com/office/officeart/2005/8/layout/hierarchy1"/>
    <dgm:cxn modelId="{A9D9705A-81FF-4D4C-8CAC-1853412D63E6}" type="presParOf" srcId="{C5706C31-3014-4E3B-8EA9-887CDE5CDD40}" destId="{D8BC7813-34D7-457F-AF04-8227ADC68D02}" srcOrd="0" destOrd="0" presId="urn:microsoft.com/office/officeart/2005/8/layout/hierarchy1"/>
    <dgm:cxn modelId="{98C5B75F-A469-4843-B444-3ED644BC268D}" type="presParOf" srcId="{C5706C31-3014-4E3B-8EA9-887CDE5CDD40}" destId="{783BDB15-4DCC-4499-83B7-A51680498DA2}" srcOrd="1" destOrd="0" presId="urn:microsoft.com/office/officeart/2005/8/layout/hierarchy1"/>
    <dgm:cxn modelId="{376E3868-BC75-47EE-A13C-59B555383013}" type="presParOf" srcId="{EA77C836-8F43-4BCB-BFCD-790C2DBA60C3}" destId="{2DC616AD-9957-46BA-9B8A-FBD766821E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0113459-62F4-4056-8B43-CB44A18DED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A17BB41-75A7-47FE-824C-31A0EABD2A22}">
      <dgm:prSet/>
      <dgm:spPr/>
      <dgm:t>
        <a:bodyPr/>
        <a:lstStyle/>
        <a:p>
          <a:r>
            <a:rPr lang="en-US" b="0" i="0" baseline="0"/>
            <a:t>Hệ thống Backend + Database hoàn chỉnh, hoạt động ổn định trên Docker.</a:t>
          </a:r>
          <a:endParaRPr lang="en-US"/>
        </a:p>
      </dgm:t>
    </dgm:pt>
    <dgm:pt modelId="{86A93264-8B3D-4B62-B23C-7C0999FB28EC}" type="parTrans" cxnId="{30735AEF-9E80-4709-A9B7-D1140FE0A433}">
      <dgm:prSet/>
      <dgm:spPr/>
      <dgm:t>
        <a:bodyPr/>
        <a:lstStyle/>
        <a:p>
          <a:endParaRPr lang="en-US"/>
        </a:p>
      </dgm:t>
    </dgm:pt>
    <dgm:pt modelId="{364F519A-0482-4030-97F7-4C8C31D298B8}" type="sibTrans" cxnId="{30735AEF-9E80-4709-A9B7-D1140FE0A433}">
      <dgm:prSet/>
      <dgm:spPr/>
      <dgm:t>
        <a:bodyPr/>
        <a:lstStyle/>
        <a:p>
          <a:endParaRPr lang="en-US"/>
        </a:p>
      </dgm:t>
    </dgm:pt>
    <dgm:pt modelId="{01529DF2-9DE9-4A47-9B75-62024089233B}">
      <dgm:prSet/>
      <dgm:spPr/>
      <dgm:t>
        <a:bodyPr/>
        <a:lstStyle/>
        <a:p>
          <a:r>
            <a:rPr lang="en-US" b="0" i="0" baseline="0"/>
            <a:t>API Upload đạt chuẩn RESTful, tích hợp đầy đủ Swagger UI để kiểm thử.</a:t>
          </a:r>
          <a:endParaRPr lang="en-US"/>
        </a:p>
      </dgm:t>
    </dgm:pt>
    <dgm:pt modelId="{F6E124B8-193C-427B-B8F6-D9FBF554B503}" type="parTrans" cxnId="{CE5BE1B2-1820-40CE-8ECF-0678BFB7F022}">
      <dgm:prSet/>
      <dgm:spPr/>
      <dgm:t>
        <a:bodyPr/>
        <a:lstStyle/>
        <a:p>
          <a:endParaRPr lang="en-US"/>
        </a:p>
      </dgm:t>
    </dgm:pt>
    <dgm:pt modelId="{F84A8BE5-BC28-418E-8794-0BDAA24512DD}" type="sibTrans" cxnId="{CE5BE1B2-1820-40CE-8ECF-0678BFB7F022}">
      <dgm:prSet/>
      <dgm:spPr/>
      <dgm:t>
        <a:bodyPr/>
        <a:lstStyle/>
        <a:p>
          <a:endParaRPr lang="en-US"/>
        </a:p>
      </dgm:t>
    </dgm:pt>
    <dgm:pt modelId="{964432DA-94EF-49EE-93CD-2CAA74642F31}">
      <dgm:prSet/>
      <dgm:spPr/>
      <dgm:t>
        <a:bodyPr/>
        <a:lstStyle/>
        <a:p>
          <a:r>
            <a:rPr lang="en-US" b="0" i="0" baseline="0"/>
            <a:t>Dữ liệu được lưu trữ chính xác cả ở dạng vật lý (File) và dạng logic (Database).</a:t>
          </a:r>
          <a:endParaRPr lang="en-US"/>
        </a:p>
      </dgm:t>
    </dgm:pt>
    <dgm:pt modelId="{59B4425F-913D-48D9-893D-65F440E7DBE6}" type="parTrans" cxnId="{BDA9574C-C7DE-4021-ADB2-601081F10142}">
      <dgm:prSet/>
      <dgm:spPr/>
      <dgm:t>
        <a:bodyPr/>
        <a:lstStyle/>
        <a:p>
          <a:endParaRPr lang="en-US"/>
        </a:p>
      </dgm:t>
    </dgm:pt>
    <dgm:pt modelId="{3B010B70-F1CC-4290-8A68-FF774D8E7785}" type="sibTrans" cxnId="{BDA9574C-C7DE-4021-ADB2-601081F10142}">
      <dgm:prSet/>
      <dgm:spPr/>
      <dgm:t>
        <a:bodyPr/>
        <a:lstStyle/>
        <a:p>
          <a:endParaRPr lang="en-US"/>
        </a:p>
      </dgm:t>
    </dgm:pt>
    <dgm:pt modelId="{9455A81F-8AC5-4BEA-961F-BD037F473AFC}" type="pres">
      <dgm:prSet presAssocID="{B0113459-62F4-4056-8B43-CB44A18DED2E}" presName="root" presStyleCnt="0">
        <dgm:presLayoutVars>
          <dgm:dir/>
          <dgm:resizeHandles val="exact"/>
        </dgm:presLayoutVars>
      </dgm:prSet>
      <dgm:spPr/>
    </dgm:pt>
    <dgm:pt modelId="{201D2AE5-F27B-4E03-B382-B49AB931F363}" type="pres">
      <dgm:prSet presAssocID="{3A17BB41-75A7-47FE-824C-31A0EABD2A22}" presName="compNode" presStyleCnt="0"/>
      <dgm:spPr/>
    </dgm:pt>
    <dgm:pt modelId="{467E9024-6316-4090-AD9F-14069FDB689A}" type="pres">
      <dgm:prSet presAssocID="{3A17BB41-75A7-47FE-824C-31A0EABD2A22}" presName="bgRect" presStyleLbl="bgShp" presStyleIdx="0" presStyleCnt="3"/>
      <dgm:spPr/>
    </dgm:pt>
    <dgm:pt modelId="{0957FC18-9CE3-4FF3-B649-FC9F3EE997B8}" type="pres">
      <dgm:prSet presAssocID="{3A17BB41-75A7-47FE-824C-31A0EABD2A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3C2E4D5-7003-4030-819D-7DE24AB13BF8}" type="pres">
      <dgm:prSet presAssocID="{3A17BB41-75A7-47FE-824C-31A0EABD2A22}" presName="spaceRect" presStyleCnt="0"/>
      <dgm:spPr/>
    </dgm:pt>
    <dgm:pt modelId="{F5832031-EF63-4680-B468-327AC5DC5F89}" type="pres">
      <dgm:prSet presAssocID="{3A17BB41-75A7-47FE-824C-31A0EABD2A22}" presName="parTx" presStyleLbl="revTx" presStyleIdx="0" presStyleCnt="3">
        <dgm:presLayoutVars>
          <dgm:chMax val="0"/>
          <dgm:chPref val="0"/>
        </dgm:presLayoutVars>
      </dgm:prSet>
      <dgm:spPr/>
    </dgm:pt>
    <dgm:pt modelId="{506EF007-FA93-4E93-84CE-08119561DF14}" type="pres">
      <dgm:prSet presAssocID="{364F519A-0482-4030-97F7-4C8C31D298B8}" presName="sibTrans" presStyleCnt="0"/>
      <dgm:spPr/>
    </dgm:pt>
    <dgm:pt modelId="{3BFC3866-8BFE-43ED-A56D-13651D13ACF2}" type="pres">
      <dgm:prSet presAssocID="{01529DF2-9DE9-4A47-9B75-62024089233B}" presName="compNode" presStyleCnt="0"/>
      <dgm:spPr/>
    </dgm:pt>
    <dgm:pt modelId="{A7D2BB8E-61EB-46F1-9810-F903292AFC1B}" type="pres">
      <dgm:prSet presAssocID="{01529DF2-9DE9-4A47-9B75-62024089233B}" presName="bgRect" presStyleLbl="bgShp" presStyleIdx="1" presStyleCnt="3"/>
      <dgm:spPr/>
    </dgm:pt>
    <dgm:pt modelId="{92FC70FB-E82C-4115-9EB8-666E1B765BEF}" type="pres">
      <dgm:prSet presAssocID="{01529DF2-9DE9-4A47-9B75-6202408923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C79735C-D9A6-4DD0-B4C0-F63E247C5D56}" type="pres">
      <dgm:prSet presAssocID="{01529DF2-9DE9-4A47-9B75-62024089233B}" presName="spaceRect" presStyleCnt="0"/>
      <dgm:spPr/>
    </dgm:pt>
    <dgm:pt modelId="{27535CF1-D60E-4573-A1C6-075389CB4DA3}" type="pres">
      <dgm:prSet presAssocID="{01529DF2-9DE9-4A47-9B75-62024089233B}" presName="parTx" presStyleLbl="revTx" presStyleIdx="1" presStyleCnt="3">
        <dgm:presLayoutVars>
          <dgm:chMax val="0"/>
          <dgm:chPref val="0"/>
        </dgm:presLayoutVars>
      </dgm:prSet>
      <dgm:spPr/>
    </dgm:pt>
    <dgm:pt modelId="{BC741C2A-0325-4BD9-8A0D-C1A6A346DD1E}" type="pres">
      <dgm:prSet presAssocID="{F84A8BE5-BC28-418E-8794-0BDAA24512DD}" presName="sibTrans" presStyleCnt="0"/>
      <dgm:spPr/>
    </dgm:pt>
    <dgm:pt modelId="{B7DB2946-533D-4002-B71E-7EB4F844EA5C}" type="pres">
      <dgm:prSet presAssocID="{964432DA-94EF-49EE-93CD-2CAA74642F31}" presName="compNode" presStyleCnt="0"/>
      <dgm:spPr/>
    </dgm:pt>
    <dgm:pt modelId="{194ED950-F178-4C78-B7F0-45374F6CCDDB}" type="pres">
      <dgm:prSet presAssocID="{964432DA-94EF-49EE-93CD-2CAA74642F31}" presName="bgRect" presStyleLbl="bgShp" presStyleIdx="2" presStyleCnt="3"/>
      <dgm:spPr/>
    </dgm:pt>
    <dgm:pt modelId="{AD7D338E-F436-4AAB-B14F-E00A2A1150AB}" type="pres">
      <dgm:prSet presAssocID="{964432DA-94EF-49EE-93CD-2CAA74642F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DC17CCA-D9BF-41F8-AC33-3FFA980C6F78}" type="pres">
      <dgm:prSet presAssocID="{964432DA-94EF-49EE-93CD-2CAA74642F31}" presName="spaceRect" presStyleCnt="0"/>
      <dgm:spPr/>
    </dgm:pt>
    <dgm:pt modelId="{5B23236D-4987-44EF-B7DC-2EFB71EEEF51}" type="pres">
      <dgm:prSet presAssocID="{964432DA-94EF-49EE-93CD-2CAA74642F3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FB2933-DCB8-4930-9D64-B98194BADB87}" type="presOf" srcId="{964432DA-94EF-49EE-93CD-2CAA74642F31}" destId="{5B23236D-4987-44EF-B7DC-2EFB71EEEF51}" srcOrd="0" destOrd="0" presId="urn:microsoft.com/office/officeart/2018/2/layout/IconVerticalSolidList"/>
    <dgm:cxn modelId="{BDA9574C-C7DE-4021-ADB2-601081F10142}" srcId="{B0113459-62F4-4056-8B43-CB44A18DED2E}" destId="{964432DA-94EF-49EE-93CD-2CAA74642F31}" srcOrd="2" destOrd="0" parTransId="{59B4425F-913D-48D9-893D-65F440E7DBE6}" sibTransId="{3B010B70-F1CC-4290-8A68-FF774D8E7785}"/>
    <dgm:cxn modelId="{35472659-7E28-4B6E-91D2-53748F871D43}" type="presOf" srcId="{B0113459-62F4-4056-8B43-CB44A18DED2E}" destId="{9455A81F-8AC5-4BEA-961F-BD037F473AFC}" srcOrd="0" destOrd="0" presId="urn:microsoft.com/office/officeart/2018/2/layout/IconVerticalSolidList"/>
    <dgm:cxn modelId="{0738BD8A-2500-42C9-995D-25554811BD2F}" type="presOf" srcId="{3A17BB41-75A7-47FE-824C-31A0EABD2A22}" destId="{F5832031-EF63-4680-B468-327AC5DC5F89}" srcOrd="0" destOrd="0" presId="urn:microsoft.com/office/officeart/2018/2/layout/IconVerticalSolidList"/>
    <dgm:cxn modelId="{CE5BE1B2-1820-40CE-8ECF-0678BFB7F022}" srcId="{B0113459-62F4-4056-8B43-CB44A18DED2E}" destId="{01529DF2-9DE9-4A47-9B75-62024089233B}" srcOrd="1" destOrd="0" parTransId="{F6E124B8-193C-427B-B8F6-D9FBF554B503}" sibTransId="{F84A8BE5-BC28-418E-8794-0BDAA24512DD}"/>
    <dgm:cxn modelId="{342EE1E5-8E7C-4A5C-BCA3-3B894EECB733}" type="presOf" srcId="{01529DF2-9DE9-4A47-9B75-62024089233B}" destId="{27535CF1-D60E-4573-A1C6-075389CB4DA3}" srcOrd="0" destOrd="0" presId="urn:microsoft.com/office/officeart/2018/2/layout/IconVerticalSolidList"/>
    <dgm:cxn modelId="{30735AEF-9E80-4709-A9B7-D1140FE0A433}" srcId="{B0113459-62F4-4056-8B43-CB44A18DED2E}" destId="{3A17BB41-75A7-47FE-824C-31A0EABD2A22}" srcOrd="0" destOrd="0" parTransId="{86A93264-8B3D-4B62-B23C-7C0999FB28EC}" sibTransId="{364F519A-0482-4030-97F7-4C8C31D298B8}"/>
    <dgm:cxn modelId="{8C00E3B8-F850-48E5-9871-B117083A6745}" type="presParOf" srcId="{9455A81F-8AC5-4BEA-961F-BD037F473AFC}" destId="{201D2AE5-F27B-4E03-B382-B49AB931F363}" srcOrd="0" destOrd="0" presId="urn:microsoft.com/office/officeart/2018/2/layout/IconVerticalSolidList"/>
    <dgm:cxn modelId="{2C89D34E-FD0F-4FAB-9AB3-F9CE83AD5120}" type="presParOf" srcId="{201D2AE5-F27B-4E03-B382-B49AB931F363}" destId="{467E9024-6316-4090-AD9F-14069FDB689A}" srcOrd="0" destOrd="0" presId="urn:microsoft.com/office/officeart/2018/2/layout/IconVerticalSolidList"/>
    <dgm:cxn modelId="{98BD9828-06C0-4D30-9EBB-7F85072E0373}" type="presParOf" srcId="{201D2AE5-F27B-4E03-B382-B49AB931F363}" destId="{0957FC18-9CE3-4FF3-B649-FC9F3EE997B8}" srcOrd="1" destOrd="0" presId="urn:microsoft.com/office/officeart/2018/2/layout/IconVerticalSolidList"/>
    <dgm:cxn modelId="{BE17FED8-B0B1-4264-B330-C92AE4B26C07}" type="presParOf" srcId="{201D2AE5-F27B-4E03-B382-B49AB931F363}" destId="{03C2E4D5-7003-4030-819D-7DE24AB13BF8}" srcOrd="2" destOrd="0" presId="urn:microsoft.com/office/officeart/2018/2/layout/IconVerticalSolidList"/>
    <dgm:cxn modelId="{8C8F94F3-61FE-48D4-BA96-D124A8BF8325}" type="presParOf" srcId="{201D2AE5-F27B-4E03-B382-B49AB931F363}" destId="{F5832031-EF63-4680-B468-327AC5DC5F89}" srcOrd="3" destOrd="0" presId="urn:microsoft.com/office/officeart/2018/2/layout/IconVerticalSolidList"/>
    <dgm:cxn modelId="{663BD876-4330-404F-95EB-E67C95D83989}" type="presParOf" srcId="{9455A81F-8AC5-4BEA-961F-BD037F473AFC}" destId="{506EF007-FA93-4E93-84CE-08119561DF14}" srcOrd="1" destOrd="0" presId="urn:microsoft.com/office/officeart/2018/2/layout/IconVerticalSolidList"/>
    <dgm:cxn modelId="{2F59523D-EAAF-4AED-9CA8-949A8055F070}" type="presParOf" srcId="{9455A81F-8AC5-4BEA-961F-BD037F473AFC}" destId="{3BFC3866-8BFE-43ED-A56D-13651D13ACF2}" srcOrd="2" destOrd="0" presId="urn:microsoft.com/office/officeart/2018/2/layout/IconVerticalSolidList"/>
    <dgm:cxn modelId="{A1A2AADB-7267-4038-B668-E147CB008BA2}" type="presParOf" srcId="{3BFC3866-8BFE-43ED-A56D-13651D13ACF2}" destId="{A7D2BB8E-61EB-46F1-9810-F903292AFC1B}" srcOrd="0" destOrd="0" presId="urn:microsoft.com/office/officeart/2018/2/layout/IconVerticalSolidList"/>
    <dgm:cxn modelId="{0DECF940-CB84-4623-B50E-AAB4E61ADB0F}" type="presParOf" srcId="{3BFC3866-8BFE-43ED-A56D-13651D13ACF2}" destId="{92FC70FB-E82C-4115-9EB8-666E1B765BEF}" srcOrd="1" destOrd="0" presId="urn:microsoft.com/office/officeart/2018/2/layout/IconVerticalSolidList"/>
    <dgm:cxn modelId="{ADB2DE7B-E654-4AC1-91C2-DFCDE1FD8B37}" type="presParOf" srcId="{3BFC3866-8BFE-43ED-A56D-13651D13ACF2}" destId="{DC79735C-D9A6-4DD0-B4C0-F63E247C5D56}" srcOrd="2" destOrd="0" presId="urn:microsoft.com/office/officeart/2018/2/layout/IconVerticalSolidList"/>
    <dgm:cxn modelId="{4D420BB0-3674-42AB-880F-19D17370F10A}" type="presParOf" srcId="{3BFC3866-8BFE-43ED-A56D-13651D13ACF2}" destId="{27535CF1-D60E-4573-A1C6-075389CB4DA3}" srcOrd="3" destOrd="0" presId="urn:microsoft.com/office/officeart/2018/2/layout/IconVerticalSolidList"/>
    <dgm:cxn modelId="{0563FD06-1A7C-4F0B-A1CB-08917B673F7E}" type="presParOf" srcId="{9455A81F-8AC5-4BEA-961F-BD037F473AFC}" destId="{BC741C2A-0325-4BD9-8A0D-C1A6A346DD1E}" srcOrd="3" destOrd="0" presId="urn:microsoft.com/office/officeart/2018/2/layout/IconVerticalSolidList"/>
    <dgm:cxn modelId="{18003294-5A36-4C1D-8615-89873BF91FDA}" type="presParOf" srcId="{9455A81F-8AC5-4BEA-961F-BD037F473AFC}" destId="{B7DB2946-533D-4002-B71E-7EB4F844EA5C}" srcOrd="4" destOrd="0" presId="urn:microsoft.com/office/officeart/2018/2/layout/IconVerticalSolidList"/>
    <dgm:cxn modelId="{59D8F284-0C93-40D5-BFB7-644A989E7304}" type="presParOf" srcId="{B7DB2946-533D-4002-B71E-7EB4F844EA5C}" destId="{194ED950-F178-4C78-B7F0-45374F6CCDDB}" srcOrd="0" destOrd="0" presId="urn:microsoft.com/office/officeart/2018/2/layout/IconVerticalSolidList"/>
    <dgm:cxn modelId="{75BC6497-C410-494B-A8F5-5A9DE5733C83}" type="presParOf" srcId="{B7DB2946-533D-4002-B71E-7EB4F844EA5C}" destId="{AD7D338E-F436-4AAB-B14F-E00A2A1150AB}" srcOrd="1" destOrd="0" presId="urn:microsoft.com/office/officeart/2018/2/layout/IconVerticalSolidList"/>
    <dgm:cxn modelId="{4F0385E8-2D73-4062-B529-BE663802941C}" type="presParOf" srcId="{B7DB2946-533D-4002-B71E-7EB4F844EA5C}" destId="{6DC17CCA-D9BF-41F8-AC33-3FFA980C6F78}" srcOrd="2" destOrd="0" presId="urn:microsoft.com/office/officeart/2018/2/layout/IconVerticalSolidList"/>
    <dgm:cxn modelId="{B1D33876-BC4C-4129-8AFE-BBB4788FC84B}" type="presParOf" srcId="{B7DB2946-533D-4002-B71E-7EB4F844EA5C}" destId="{5B23236D-4987-44EF-B7DC-2EFB71EEEF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24C67AE-1572-4B58-8F9E-09600C8CF772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A19D62-4860-4E76-8124-EE6DA84EFF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Tận dụng hệ sinh thái AI/ML mạnh mẽ của Python.</a:t>
          </a:r>
          <a:endParaRPr lang="en-US"/>
        </a:p>
      </dgm:t>
    </dgm:pt>
    <dgm:pt modelId="{05264ACF-61C4-47B9-8632-E99B5CEED942}" type="parTrans" cxnId="{45509C18-3677-4744-90E3-265B2E2B5D96}">
      <dgm:prSet/>
      <dgm:spPr/>
      <dgm:t>
        <a:bodyPr/>
        <a:lstStyle/>
        <a:p>
          <a:endParaRPr lang="en-US"/>
        </a:p>
      </dgm:t>
    </dgm:pt>
    <dgm:pt modelId="{9FBBE99E-7216-41AE-9A7B-E5BE6E7B4810}" type="sibTrans" cxnId="{45509C18-3677-4744-90E3-265B2E2B5D96}">
      <dgm:prSet/>
      <dgm:spPr/>
      <dgm:t>
        <a:bodyPr/>
        <a:lstStyle/>
        <a:p>
          <a:endParaRPr lang="en-US"/>
        </a:p>
      </dgm:t>
    </dgm:pt>
    <dgm:pt modelId="{91681BED-5B18-4BD9-9962-F6CA91F118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FastAPI cung cấp hiệu năng vượt trội và tự động sinh Swagger UI cho dịch vụ AI.</a:t>
          </a:r>
          <a:endParaRPr lang="en-US"/>
        </a:p>
      </dgm:t>
    </dgm:pt>
    <dgm:pt modelId="{AAC0303F-5B6C-4AB3-BC50-69F9743F88E7}" type="parTrans" cxnId="{D6D96A3E-C9F5-4A7E-8F40-960FCDE47CB7}">
      <dgm:prSet/>
      <dgm:spPr/>
      <dgm:t>
        <a:bodyPr/>
        <a:lstStyle/>
        <a:p>
          <a:endParaRPr lang="en-US"/>
        </a:p>
      </dgm:t>
    </dgm:pt>
    <dgm:pt modelId="{D9E02180-5A31-4E21-82D6-4A887BE50F7D}" type="sibTrans" cxnId="{D6D96A3E-C9F5-4A7E-8F40-960FCDE47CB7}">
      <dgm:prSet/>
      <dgm:spPr/>
      <dgm:t>
        <a:bodyPr/>
        <a:lstStyle/>
        <a:p>
          <a:endParaRPr lang="en-US"/>
        </a:p>
      </dgm:t>
    </dgm:pt>
    <dgm:pt modelId="{29AE1296-CCC2-4D6C-B890-E8A4A9A015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Xử lý tệp tin (Text Extraction):</a:t>
          </a:r>
          <a:endParaRPr lang="en-US"/>
        </a:p>
      </dgm:t>
    </dgm:pt>
    <dgm:pt modelId="{4E5B0622-67FA-4335-8FA6-0F6C854122DC}" type="parTrans" cxnId="{E4B90D88-FD55-4FEE-BE8E-A93C4A366181}">
      <dgm:prSet/>
      <dgm:spPr/>
      <dgm:t>
        <a:bodyPr/>
        <a:lstStyle/>
        <a:p>
          <a:endParaRPr lang="en-US"/>
        </a:p>
      </dgm:t>
    </dgm:pt>
    <dgm:pt modelId="{4AFF93ED-3976-44EA-881F-46D03B82C813}" type="sibTrans" cxnId="{E4B90D88-FD55-4FEE-BE8E-A93C4A366181}">
      <dgm:prSet/>
      <dgm:spPr/>
      <dgm:t>
        <a:bodyPr/>
        <a:lstStyle/>
        <a:p>
          <a:endParaRPr lang="en-US"/>
        </a:p>
      </dgm:t>
    </dgm:pt>
    <dgm:pt modelId="{3804F093-6033-4F55-91DE-A2E5C24ACA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Sử dụng </a:t>
          </a:r>
          <a:r>
            <a:rPr lang="en-US" b="1" i="0" baseline="0"/>
            <a:t>PyMuPDF (fitz)</a:t>
          </a:r>
          <a:r>
            <a:rPr lang="en-US" b="0" i="0" baseline="0"/>
            <a:t> để trích xuất văn bản từ tệp PDF với độ chính xác cao nhất.</a:t>
          </a:r>
          <a:endParaRPr lang="en-US"/>
        </a:p>
      </dgm:t>
    </dgm:pt>
    <dgm:pt modelId="{0C5BEBC8-707C-4AAD-9733-1948C6770E1D}" type="parTrans" cxnId="{8D54DD3D-5C38-451F-9CBB-BBB62155CAC1}">
      <dgm:prSet/>
      <dgm:spPr/>
      <dgm:t>
        <a:bodyPr/>
        <a:lstStyle/>
        <a:p>
          <a:endParaRPr lang="en-US"/>
        </a:p>
      </dgm:t>
    </dgm:pt>
    <dgm:pt modelId="{49B4BEEB-605B-41B9-AF67-72E20C77A8AB}" type="sibTrans" cxnId="{8D54DD3D-5C38-451F-9CBB-BBB62155CAC1}">
      <dgm:prSet/>
      <dgm:spPr/>
      <dgm:t>
        <a:bodyPr/>
        <a:lstStyle/>
        <a:p>
          <a:endParaRPr lang="en-US"/>
        </a:p>
      </dgm:t>
    </dgm:pt>
    <dgm:pt modelId="{BEF9509A-DB6A-40B9-80BE-5A446D33B6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Xử lý các tệp tin có cấu trúc phức tạp, bảng biểu và văn bản pháp lý.</a:t>
          </a:r>
          <a:endParaRPr lang="en-US"/>
        </a:p>
      </dgm:t>
    </dgm:pt>
    <dgm:pt modelId="{1A9AEFF7-9C68-419A-AFCC-7A04792E200F}" type="parTrans" cxnId="{73658569-E039-4F67-A69E-E681041E9EC5}">
      <dgm:prSet/>
      <dgm:spPr/>
      <dgm:t>
        <a:bodyPr/>
        <a:lstStyle/>
        <a:p>
          <a:endParaRPr lang="en-US"/>
        </a:p>
      </dgm:t>
    </dgm:pt>
    <dgm:pt modelId="{F32C7DE7-27CE-4947-8191-444DE864C576}" type="sibTrans" cxnId="{73658569-E039-4F67-A69E-E681041E9EC5}">
      <dgm:prSet/>
      <dgm:spPr/>
      <dgm:t>
        <a:bodyPr/>
        <a:lstStyle/>
        <a:p>
          <a:endParaRPr lang="en-US"/>
        </a:p>
      </dgm:t>
    </dgm:pt>
    <dgm:pt modelId="{5CD6F1F3-371C-43CF-9FCD-2721AB3E381A}" type="pres">
      <dgm:prSet presAssocID="{524C67AE-1572-4B58-8F9E-09600C8CF772}" presName="root" presStyleCnt="0">
        <dgm:presLayoutVars>
          <dgm:dir/>
          <dgm:resizeHandles val="exact"/>
        </dgm:presLayoutVars>
      </dgm:prSet>
      <dgm:spPr/>
    </dgm:pt>
    <dgm:pt modelId="{82C424E1-20CB-4E2E-B734-789746EA0C6B}" type="pres">
      <dgm:prSet presAssocID="{23A19D62-4860-4E76-8124-EE6DA84EFF12}" presName="compNode" presStyleCnt="0"/>
      <dgm:spPr/>
    </dgm:pt>
    <dgm:pt modelId="{9989FD2C-AD06-4220-889E-B19ECFB7CD69}" type="pres">
      <dgm:prSet presAssocID="{23A19D62-4860-4E76-8124-EE6DA84EFF12}" presName="bgRect" presStyleLbl="bgShp" presStyleIdx="0" presStyleCnt="5"/>
      <dgm:spPr/>
    </dgm:pt>
    <dgm:pt modelId="{6A1EEE65-87D1-4CCB-BFE3-F56AB25CE497}" type="pres">
      <dgm:prSet presAssocID="{23A19D62-4860-4E76-8124-EE6DA84EFF1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810E8C1-064F-490D-8E3E-D824F6E98370}" type="pres">
      <dgm:prSet presAssocID="{23A19D62-4860-4E76-8124-EE6DA84EFF12}" presName="spaceRect" presStyleCnt="0"/>
      <dgm:spPr/>
    </dgm:pt>
    <dgm:pt modelId="{2B18BE9B-7BF9-42AC-B36C-6D8DF6B04D3A}" type="pres">
      <dgm:prSet presAssocID="{23A19D62-4860-4E76-8124-EE6DA84EFF12}" presName="parTx" presStyleLbl="revTx" presStyleIdx="0" presStyleCnt="5">
        <dgm:presLayoutVars>
          <dgm:chMax val="0"/>
          <dgm:chPref val="0"/>
        </dgm:presLayoutVars>
      </dgm:prSet>
      <dgm:spPr/>
    </dgm:pt>
    <dgm:pt modelId="{A22CDFCE-7170-43BC-B903-830A5CE93F21}" type="pres">
      <dgm:prSet presAssocID="{9FBBE99E-7216-41AE-9A7B-E5BE6E7B4810}" presName="sibTrans" presStyleCnt="0"/>
      <dgm:spPr/>
    </dgm:pt>
    <dgm:pt modelId="{0982435F-1293-4B19-AA6A-0FC299B7697B}" type="pres">
      <dgm:prSet presAssocID="{91681BED-5B18-4BD9-9962-F6CA91F1183D}" presName="compNode" presStyleCnt="0"/>
      <dgm:spPr/>
    </dgm:pt>
    <dgm:pt modelId="{15064B75-A411-486B-9B11-46C1303C1C52}" type="pres">
      <dgm:prSet presAssocID="{91681BED-5B18-4BD9-9962-F6CA91F1183D}" presName="bgRect" presStyleLbl="bgShp" presStyleIdx="1" presStyleCnt="5"/>
      <dgm:spPr/>
    </dgm:pt>
    <dgm:pt modelId="{2AE6A128-3EBC-4820-8C02-3F037B93EC59}" type="pres">
      <dgm:prSet presAssocID="{91681BED-5B18-4BD9-9962-F6CA91F118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CFC2C1E-3A55-4643-9297-97B69D43C2DF}" type="pres">
      <dgm:prSet presAssocID="{91681BED-5B18-4BD9-9962-F6CA91F1183D}" presName="spaceRect" presStyleCnt="0"/>
      <dgm:spPr/>
    </dgm:pt>
    <dgm:pt modelId="{2490194E-DC70-4006-A716-7F2A295E8AB8}" type="pres">
      <dgm:prSet presAssocID="{91681BED-5B18-4BD9-9962-F6CA91F1183D}" presName="parTx" presStyleLbl="revTx" presStyleIdx="1" presStyleCnt="5">
        <dgm:presLayoutVars>
          <dgm:chMax val="0"/>
          <dgm:chPref val="0"/>
        </dgm:presLayoutVars>
      </dgm:prSet>
      <dgm:spPr/>
    </dgm:pt>
    <dgm:pt modelId="{AF3CC807-6A1D-4EEB-872A-5951A252214F}" type="pres">
      <dgm:prSet presAssocID="{D9E02180-5A31-4E21-82D6-4A887BE50F7D}" presName="sibTrans" presStyleCnt="0"/>
      <dgm:spPr/>
    </dgm:pt>
    <dgm:pt modelId="{166135E1-DE94-4E2A-AFEF-946742E6EDCD}" type="pres">
      <dgm:prSet presAssocID="{29AE1296-CCC2-4D6C-B890-E8A4A9A015A2}" presName="compNode" presStyleCnt="0"/>
      <dgm:spPr/>
    </dgm:pt>
    <dgm:pt modelId="{4D81A9FD-3B5D-46DF-A839-D53A6FA1D89B}" type="pres">
      <dgm:prSet presAssocID="{29AE1296-CCC2-4D6C-B890-E8A4A9A015A2}" presName="bgRect" presStyleLbl="bgShp" presStyleIdx="2" presStyleCnt="5"/>
      <dgm:spPr/>
    </dgm:pt>
    <dgm:pt modelId="{325FAF04-56AE-4E56-B18F-D1A80062E886}" type="pres">
      <dgm:prSet presAssocID="{29AE1296-CCC2-4D6C-B890-E8A4A9A015A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thpaste"/>
        </a:ext>
      </dgm:extLst>
    </dgm:pt>
    <dgm:pt modelId="{8E1DB92A-B096-4FB9-BFC7-083A1BBACAEA}" type="pres">
      <dgm:prSet presAssocID="{29AE1296-CCC2-4D6C-B890-E8A4A9A015A2}" presName="spaceRect" presStyleCnt="0"/>
      <dgm:spPr/>
    </dgm:pt>
    <dgm:pt modelId="{A4FB7AB0-E757-4301-8FE1-600B9595C96F}" type="pres">
      <dgm:prSet presAssocID="{29AE1296-CCC2-4D6C-B890-E8A4A9A015A2}" presName="parTx" presStyleLbl="revTx" presStyleIdx="2" presStyleCnt="5">
        <dgm:presLayoutVars>
          <dgm:chMax val="0"/>
          <dgm:chPref val="0"/>
        </dgm:presLayoutVars>
      </dgm:prSet>
      <dgm:spPr/>
    </dgm:pt>
    <dgm:pt modelId="{D8DAEE6A-D73D-4D05-BB59-22CBE7BF3187}" type="pres">
      <dgm:prSet presAssocID="{4AFF93ED-3976-44EA-881F-46D03B82C813}" presName="sibTrans" presStyleCnt="0"/>
      <dgm:spPr/>
    </dgm:pt>
    <dgm:pt modelId="{F3F12FF2-76A3-4952-B861-345A1FA45979}" type="pres">
      <dgm:prSet presAssocID="{3804F093-6033-4F55-91DE-A2E5C24ACA72}" presName="compNode" presStyleCnt="0"/>
      <dgm:spPr/>
    </dgm:pt>
    <dgm:pt modelId="{C33615AB-1AE6-415E-A223-7E2E97C23A5A}" type="pres">
      <dgm:prSet presAssocID="{3804F093-6033-4F55-91DE-A2E5C24ACA72}" presName="bgRect" presStyleLbl="bgShp" presStyleIdx="3" presStyleCnt="5"/>
      <dgm:spPr/>
    </dgm:pt>
    <dgm:pt modelId="{8AA486F3-4AAE-43AB-87FB-E237F9DB54D6}" type="pres">
      <dgm:prSet presAssocID="{3804F093-6033-4F55-91DE-A2E5C24ACA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595DD53-E3C7-43CE-97E1-5F4114C1E9F5}" type="pres">
      <dgm:prSet presAssocID="{3804F093-6033-4F55-91DE-A2E5C24ACA72}" presName="spaceRect" presStyleCnt="0"/>
      <dgm:spPr/>
    </dgm:pt>
    <dgm:pt modelId="{852FA1DF-D759-4948-B38E-BA1B6FCAA00E}" type="pres">
      <dgm:prSet presAssocID="{3804F093-6033-4F55-91DE-A2E5C24ACA72}" presName="parTx" presStyleLbl="revTx" presStyleIdx="3" presStyleCnt="5">
        <dgm:presLayoutVars>
          <dgm:chMax val="0"/>
          <dgm:chPref val="0"/>
        </dgm:presLayoutVars>
      </dgm:prSet>
      <dgm:spPr/>
    </dgm:pt>
    <dgm:pt modelId="{774656C6-A8E0-4197-8DC0-CBFB492F6EAF}" type="pres">
      <dgm:prSet presAssocID="{49B4BEEB-605B-41B9-AF67-72E20C77A8AB}" presName="sibTrans" presStyleCnt="0"/>
      <dgm:spPr/>
    </dgm:pt>
    <dgm:pt modelId="{FB0FA8FB-C101-4DAF-A28B-BBF8D70AE4DE}" type="pres">
      <dgm:prSet presAssocID="{BEF9509A-DB6A-40B9-80BE-5A446D33B657}" presName="compNode" presStyleCnt="0"/>
      <dgm:spPr/>
    </dgm:pt>
    <dgm:pt modelId="{41225981-0EC2-4A53-BC62-81F5959F307A}" type="pres">
      <dgm:prSet presAssocID="{BEF9509A-DB6A-40B9-80BE-5A446D33B657}" presName="bgRect" presStyleLbl="bgShp" presStyleIdx="4" presStyleCnt="5"/>
      <dgm:spPr/>
    </dgm:pt>
    <dgm:pt modelId="{87315789-896C-4C77-99AA-2E919C7F01BB}" type="pres">
      <dgm:prSet presAssocID="{BEF9509A-DB6A-40B9-80BE-5A446D33B65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dy"/>
        </a:ext>
      </dgm:extLst>
    </dgm:pt>
    <dgm:pt modelId="{3117B251-55FA-4F0E-9841-7D849FE3C461}" type="pres">
      <dgm:prSet presAssocID="{BEF9509A-DB6A-40B9-80BE-5A446D33B657}" presName="spaceRect" presStyleCnt="0"/>
      <dgm:spPr/>
    </dgm:pt>
    <dgm:pt modelId="{73A94723-8861-4909-9D63-659B392D7845}" type="pres">
      <dgm:prSet presAssocID="{BEF9509A-DB6A-40B9-80BE-5A446D33B65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5509C18-3677-4744-90E3-265B2E2B5D96}" srcId="{524C67AE-1572-4B58-8F9E-09600C8CF772}" destId="{23A19D62-4860-4E76-8124-EE6DA84EFF12}" srcOrd="0" destOrd="0" parTransId="{05264ACF-61C4-47B9-8632-E99B5CEED942}" sibTransId="{9FBBE99E-7216-41AE-9A7B-E5BE6E7B4810}"/>
    <dgm:cxn modelId="{8D54DD3D-5C38-451F-9CBB-BBB62155CAC1}" srcId="{524C67AE-1572-4B58-8F9E-09600C8CF772}" destId="{3804F093-6033-4F55-91DE-A2E5C24ACA72}" srcOrd="3" destOrd="0" parTransId="{0C5BEBC8-707C-4AAD-9733-1948C6770E1D}" sibTransId="{49B4BEEB-605B-41B9-AF67-72E20C77A8AB}"/>
    <dgm:cxn modelId="{D6D96A3E-C9F5-4A7E-8F40-960FCDE47CB7}" srcId="{524C67AE-1572-4B58-8F9E-09600C8CF772}" destId="{91681BED-5B18-4BD9-9962-F6CA91F1183D}" srcOrd="1" destOrd="0" parTransId="{AAC0303F-5B6C-4AB3-BC50-69F9743F88E7}" sibTransId="{D9E02180-5A31-4E21-82D6-4A887BE50F7D}"/>
    <dgm:cxn modelId="{815B845C-958B-434D-A42A-C1274FED2E63}" type="presOf" srcId="{91681BED-5B18-4BD9-9962-F6CA91F1183D}" destId="{2490194E-DC70-4006-A716-7F2A295E8AB8}" srcOrd="0" destOrd="0" presId="urn:microsoft.com/office/officeart/2018/2/layout/IconVerticalSolidList"/>
    <dgm:cxn modelId="{3ADA2F63-D71B-48EC-BFA4-8447B265B0FF}" type="presOf" srcId="{524C67AE-1572-4B58-8F9E-09600C8CF772}" destId="{5CD6F1F3-371C-43CF-9FCD-2721AB3E381A}" srcOrd="0" destOrd="0" presId="urn:microsoft.com/office/officeart/2018/2/layout/IconVerticalSolidList"/>
    <dgm:cxn modelId="{73658569-E039-4F67-A69E-E681041E9EC5}" srcId="{524C67AE-1572-4B58-8F9E-09600C8CF772}" destId="{BEF9509A-DB6A-40B9-80BE-5A446D33B657}" srcOrd="4" destOrd="0" parTransId="{1A9AEFF7-9C68-419A-AFCC-7A04792E200F}" sibTransId="{F32C7DE7-27CE-4947-8191-444DE864C576}"/>
    <dgm:cxn modelId="{E4B90D88-FD55-4FEE-BE8E-A93C4A366181}" srcId="{524C67AE-1572-4B58-8F9E-09600C8CF772}" destId="{29AE1296-CCC2-4D6C-B890-E8A4A9A015A2}" srcOrd="2" destOrd="0" parTransId="{4E5B0622-67FA-4335-8FA6-0F6C854122DC}" sibTransId="{4AFF93ED-3976-44EA-881F-46D03B82C813}"/>
    <dgm:cxn modelId="{DE3B34C1-7387-4D9F-B241-5F87B68D3474}" type="presOf" srcId="{BEF9509A-DB6A-40B9-80BE-5A446D33B657}" destId="{73A94723-8861-4909-9D63-659B392D7845}" srcOrd="0" destOrd="0" presId="urn:microsoft.com/office/officeart/2018/2/layout/IconVerticalSolidList"/>
    <dgm:cxn modelId="{7C751AE3-8909-41AD-8D2A-5799E4E3C4E8}" type="presOf" srcId="{23A19D62-4860-4E76-8124-EE6DA84EFF12}" destId="{2B18BE9B-7BF9-42AC-B36C-6D8DF6B04D3A}" srcOrd="0" destOrd="0" presId="urn:microsoft.com/office/officeart/2018/2/layout/IconVerticalSolidList"/>
    <dgm:cxn modelId="{4B3EDAE3-6DEB-476E-8E2C-3A6218F73A57}" type="presOf" srcId="{3804F093-6033-4F55-91DE-A2E5C24ACA72}" destId="{852FA1DF-D759-4948-B38E-BA1B6FCAA00E}" srcOrd="0" destOrd="0" presId="urn:microsoft.com/office/officeart/2018/2/layout/IconVerticalSolidList"/>
    <dgm:cxn modelId="{2AC610EF-3748-41EC-8B82-FC1B126CE8F6}" type="presOf" srcId="{29AE1296-CCC2-4D6C-B890-E8A4A9A015A2}" destId="{A4FB7AB0-E757-4301-8FE1-600B9595C96F}" srcOrd="0" destOrd="0" presId="urn:microsoft.com/office/officeart/2018/2/layout/IconVerticalSolidList"/>
    <dgm:cxn modelId="{B10B1D9D-2D51-4FAD-8FF3-8F3A0744A651}" type="presParOf" srcId="{5CD6F1F3-371C-43CF-9FCD-2721AB3E381A}" destId="{82C424E1-20CB-4E2E-B734-789746EA0C6B}" srcOrd="0" destOrd="0" presId="urn:microsoft.com/office/officeart/2018/2/layout/IconVerticalSolidList"/>
    <dgm:cxn modelId="{E16B0902-CD98-4A3B-A42F-ECD901D96C25}" type="presParOf" srcId="{82C424E1-20CB-4E2E-B734-789746EA0C6B}" destId="{9989FD2C-AD06-4220-889E-B19ECFB7CD69}" srcOrd="0" destOrd="0" presId="urn:microsoft.com/office/officeart/2018/2/layout/IconVerticalSolidList"/>
    <dgm:cxn modelId="{4986530F-7660-4764-B54B-F93BD5B717C0}" type="presParOf" srcId="{82C424E1-20CB-4E2E-B734-789746EA0C6B}" destId="{6A1EEE65-87D1-4CCB-BFE3-F56AB25CE497}" srcOrd="1" destOrd="0" presId="urn:microsoft.com/office/officeart/2018/2/layout/IconVerticalSolidList"/>
    <dgm:cxn modelId="{D966588E-AE60-4941-B2CC-C7B3101EE73F}" type="presParOf" srcId="{82C424E1-20CB-4E2E-B734-789746EA0C6B}" destId="{B810E8C1-064F-490D-8E3E-D824F6E98370}" srcOrd="2" destOrd="0" presId="urn:microsoft.com/office/officeart/2018/2/layout/IconVerticalSolidList"/>
    <dgm:cxn modelId="{37F309C7-96FE-4FC0-B5AB-F9081D5ECDF5}" type="presParOf" srcId="{82C424E1-20CB-4E2E-B734-789746EA0C6B}" destId="{2B18BE9B-7BF9-42AC-B36C-6D8DF6B04D3A}" srcOrd="3" destOrd="0" presId="urn:microsoft.com/office/officeart/2018/2/layout/IconVerticalSolidList"/>
    <dgm:cxn modelId="{0680F4F3-31D9-4105-B848-AF90A113C2A9}" type="presParOf" srcId="{5CD6F1F3-371C-43CF-9FCD-2721AB3E381A}" destId="{A22CDFCE-7170-43BC-B903-830A5CE93F21}" srcOrd="1" destOrd="0" presId="urn:microsoft.com/office/officeart/2018/2/layout/IconVerticalSolidList"/>
    <dgm:cxn modelId="{FCF7FBBD-4328-4398-9D8B-C110A81D72EF}" type="presParOf" srcId="{5CD6F1F3-371C-43CF-9FCD-2721AB3E381A}" destId="{0982435F-1293-4B19-AA6A-0FC299B7697B}" srcOrd="2" destOrd="0" presId="urn:microsoft.com/office/officeart/2018/2/layout/IconVerticalSolidList"/>
    <dgm:cxn modelId="{F82C3045-50A3-471A-B1BF-4EB6A9E83235}" type="presParOf" srcId="{0982435F-1293-4B19-AA6A-0FC299B7697B}" destId="{15064B75-A411-486B-9B11-46C1303C1C52}" srcOrd="0" destOrd="0" presId="urn:microsoft.com/office/officeart/2018/2/layout/IconVerticalSolidList"/>
    <dgm:cxn modelId="{6E27BACB-243F-4A58-8898-7B7C415D0254}" type="presParOf" srcId="{0982435F-1293-4B19-AA6A-0FC299B7697B}" destId="{2AE6A128-3EBC-4820-8C02-3F037B93EC59}" srcOrd="1" destOrd="0" presId="urn:microsoft.com/office/officeart/2018/2/layout/IconVerticalSolidList"/>
    <dgm:cxn modelId="{53FE6810-5B04-4D7C-91BC-A7F9779F2E96}" type="presParOf" srcId="{0982435F-1293-4B19-AA6A-0FC299B7697B}" destId="{ACFC2C1E-3A55-4643-9297-97B69D43C2DF}" srcOrd="2" destOrd="0" presId="urn:microsoft.com/office/officeart/2018/2/layout/IconVerticalSolidList"/>
    <dgm:cxn modelId="{CAA15683-6793-42D3-AA0D-58D3743534F6}" type="presParOf" srcId="{0982435F-1293-4B19-AA6A-0FC299B7697B}" destId="{2490194E-DC70-4006-A716-7F2A295E8AB8}" srcOrd="3" destOrd="0" presId="urn:microsoft.com/office/officeart/2018/2/layout/IconVerticalSolidList"/>
    <dgm:cxn modelId="{E6952488-A1A5-4ACF-B4BB-0A9C752CEF1D}" type="presParOf" srcId="{5CD6F1F3-371C-43CF-9FCD-2721AB3E381A}" destId="{AF3CC807-6A1D-4EEB-872A-5951A252214F}" srcOrd="3" destOrd="0" presId="urn:microsoft.com/office/officeart/2018/2/layout/IconVerticalSolidList"/>
    <dgm:cxn modelId="{0AE06FC3-36EA-44F3-B382-DFEDD614F8A3}" type="presParOf" srcId="{5CD6F1F3-371C-43CF-9FCD-2721AB3E381A}" destId="{166135E1-DE94-4E2A-AFEF-946742E6EDCD}" srcOrd="4" destOrd="0" presId="urn:microsoft.com/office/officeart/2018/2/layout/IconVerticalSolidList"/>
    <dgm:cxn modelId="{DB3C4779-FF5B-4862-8623-AF2228A91BBA}" type="presParOf" srcId="{166135E1-DE94-4E2A-AFEF-946742E6EDCD}" destId="{4D81A9FD-3B5D-46DF-A839-D53A6FA1D89B}" srcOrd="0" destOrd="0" presId="urn:microsoft.com/office/officeart/2018/2/layout/IconVerticalSolidList"/>
    <dgm:cxn modelId="{D1D4D3D2-136C-4D1B-A68F-9870B31D459F}" type="presParOf" srcId="{166135E1-DE94-4E2A-AFEF-946742E6EDCD}" destId="{325FAF04-56AE-4E56-B18F-D1A80062E886}" srcOrd="1" destOrd="0" presId="urn:microsoft.com/office/officeart/2018/2/layout/IconVerticalSolidList"/>
    <dgm:cxn modelId="{A55A8B2C-9420-484E-9D6C-CE16ECA94017}" type="presParOf" srcId="{166135E1-DE94-4E2A-AFEF-946742E6EDCD}" destId="{8E1DB92A-B096-4FB9-BFC7-083A1BBACAEA}" srcOrd="2" destOrd="0" presId="urn:microsoft.com/office/officeart/2018/2/layout/IconVerticalSolidList"/>
    <dgm:cxn modelId="{F444CACC-72F8-476A-BB3A-B8FE16ADAE25}" type="presParOf" srcId="{166135E1-DE94-4E2A-AFEF-946742E6EDCD}" destId="{A4FB7AB0-E757-4301-8FE1-600B9595C96F}" srcOrd="3" destOrd="0" presId="urn:microsoft.com/office/officeart/2018/2/layout/IconVerticalSolidList"/>
    <dgm:cxn modelId="{29610E3F-7DC5-4463-A392-56ED2B969858}" type="presParOf" srcId="{5CD6F1F3-371C-43CF-9FCD-2721AB3E381A}" destId="{D8DAEE6A-D73D-4D05-BB59-22CBE7BF3187}" srcOrd="5" destOrd="0" presId="urn:microsoft.com/office/officeart/2018/2/layout/IconVerticalSolidList"/>
    <dgm:cxn modelId="{6D60EDBD-6AF9-4E50-8B5E-DE4D345EA663}" type="presParOf" srcId="{5CD6F1F3-371C-43CF-9FCD-2721AB3E381A}" destId="{F3F12FF2-76A3-4952-B861-345A1FA45979}" srcOrd="6" destOrd="0" presId="urn:microsoft.com/office/officeart/2018/2/layout/IconVerticalSolidList"/>
    <dgm:cxn modelId="{C12965C0-61AE-4D2F-95D8-21B8B9381119}" type="presParOf" srcId="{F3F12FF2-76A3-4952-B861-345A1FA45979}" destId="{C33615AB-1AE6-415E-A223-7E2E97C23A5A}" srcOrd="0" destOrd="0" presId="urn:microsoft.com/office/officeart/2018/2/layout/IconVerticalSolidList"/>
    <dgm:cxn modelId="{01FD6C12-8592-44BA-A11F-F8CDDE9F365C}" type="presParOf" srcId="{F3F12FF2-76A3-4952-B861-345A1FA45979}" destId="{8AA486F3-4AAE-43AB-87FB-E237F9DB54D6}" srcOrd="1" destOrd="0" presId="urn:microsoft.com/office/officeart/2018/2/layout/IconVerticalSolidList"/>
    <dgm:cxn modelId="{1A1E8F5B-B598-4048-A2BC-21828DF2AD0C}" type="presParOf" srcId="{F3F12FF2-76A3-4952-B861-345A1FA45979}" destId="{8595DD53-E3C7-43CE-97E1-5F4114C1E9F5}" srcOrd="2" destOrd="0" presId="urn:microsoft.com/office/officeart/2018/2/layout/IconVerticalSolidList"/>
    <dgm:cxn modelId="{ADE6D9F3-8FEB-4ED6-A45E-C447FAD6CAC0}" type="presParOf" srcId="{F3F12FF2-76A3-4952-B861-345A1FA45979}" destId="{852FA1DF-D759-4948-B38E-BA1B6FCAA00E}" srcOrd="3" destOrd="0" presId="urn:microsoft.com/office/officeart/2018/2/layout/IconVerticalSolidList"/>
    <dgm:cxn modelId="{6F0E014B-BDDE-4E13-B810-3DA89252D900}" type="presParOf" srcId="{5CD6F1F3-371C-43CF-9FCD-2721AB3E381A}" destId="{774656C6-A8E0-4197-8DC0-CBFB492F6EAF}" srcOrd="7" destOrd="0" presId="urn:microsoft.com/office/officeart/2018/2/layout/IconVerticalSolidList"/>
    <dgm:cxn modelId="{57AB5543-5A0E-4A3A-8BAF-5187E4854EF0}" type="presParOf" srcId="{5CD6F1F3-371C-43CF-9FCD-2721AB3E381A}" destId="{FB0FA8FB-C101-4DAF-A28B-BBF8D70AE4DE}" srcOrd="8" destOrd="0" presId="urn:microsoft.com/office/officeart/2018/2/layout/IconVerticalSolidList"/>
    <dgm:cxn modelId="{C2921094-8671-41BE-86B9-E2202F4B4C01}" type="presParOf" srcId="{FB0FA8FB-C101-4DAF-A28B-BBF8D70AE4DE}" destId="{41225981-0EC2-4A53-BC62-81F5959F307A}" srcOrd="0" destOrd="0" presId="urn:microsoft.com/office/officeart/2018/2/layout/IconVerticalSolidList"/>
    <dgm:cxn modelId="{3D909C6E-4C7D-461D-B34D-945AFE13AEEF}" type="presParOf" srcId="{FB0FA8FB-C101-4DAF-A28B-BBF8D70AE4DE}" destId="{87315789-896C-4C77-99AA-2E919C7F01BB}" srcOrd="1" destOrd="0" presId="urn:microsoft.com/office/officeart/2018/2/layout/IconVerticalSolidList"/>
    <dgm:cxn modelId="{6A91B9FB-2C95-48FE-9A0E-91C4CA4BEA93}" type="presParOf" srcId="{FB0FA8FB-C101-4DAF-A28B-BBF8D70AE4DE}" destId="{3117B251-55FA-4F0E-9841-7D849FE3C461}" srcOrd="2" destOrd="0" presId="urn:microsoft.com/office/officeart/2018/2/layout/IconVerticalSolidList"/>
    <dgm:cxn modelId="{E9818617-E6E9-40C7-A175-E747323CEB2F}" type="presParOf" srcId="{FB0FA8FB-C101-4DAF-A28B-BBF8D70AE4DE}" destId="{73A94723-8861-4909-9D63-659B392D78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1EA987E-4AB9-4F9A-B1EA-6667661E99B5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3FE75B9-A54E-422C-BD77-B927BBC6EC23}">
      <dgm:prSet/>
      <dgm:spPr/>
      <dgm:t>
        <a:bodyPr/>
        <a:lstStyle/>
        <a:p>
          <a:r>
            <a:rPr lang="en-US" b="1" i="0" baseline="0"/>
            <a:t>Kết quả đạt được:</a:t>
          </a:r>
          <a:endParaRPr lang="en-US"/>
        </a:p>
      </dgm:t>
    </dgm:pt>
    <dgm:pt modelId="{25D61689-6F13-4733-855D-A411C6CD86D8}" type="parTrans" cxnId="{47BF272B-8EA2-4308-B79F-B3A3D1000DB7}">
      <dgm:prSet/>
      <dgm:spPr/>
      <dgm:t>
        <a:bodyPr/>
        <a:lstStyle/>
        <a:p>
          <a:endParaRPr lang="en-US"/>
        </a:p>
      </dgm:t>
    </dgm:pt>
    <dgm:pt modelId="{E51DAE31-9D7D-4DE3-A732-25C71414B688}" type="sibTrans" cxnId="{47BF272B-8EA2-4308-B79F-B3A3D1000DB7}">
      <dgm:prSet/>
      <dgm:spPr/>
      <dgm:t>
        <a:bodyPr/>
        <a:lstStyle/>
        <a:p>
          <a:endParaRPr lang="en-US"/>
        </a:p>
      </dgm:t>
    </dgm:pt>
    <dgm:pt modelId="{DE66AB10-8167-486A-82C2-AE1ABC466981}">
      <dgm:prSet/>
      <dgm:spPr/>
      <dgm:t>
        <a:bodyPr/>
        <a:lstStyle/>
        <a:p>
          <a:r>
            <a:rPr lang="en-US" b="0" i="0" baseline="0"/>
            <a:t>Hoàn thiện luồng dữ liệu khép kín: </a:t>
          </a:r>
          <a:r>
            <a:rPr lang="en-US" b="1" i="0" baseline="0"/>
            <a:t>User -&gt; .NET API -&gt; Local Storage -&gt; Python AI -&gt; Database</a:t>
          </a:r>
          <a:r>
            <a:rPr lang="en-US" b="0" i="0" baseline="0"/>
            <a:t>.</a:t>
          </a:r>
          <a:endParaRPr lang="en-US"/>
        </a:p>
      </dgm:t>
    </dgm:pt>
    <dgm:pt modelId="{769B0B64-30BF-4C8C-AC07-DD6CBCF4FDD1}" type="parTrans" cxnId="{F6E6F1EB-9BD4-408F-AC46-97CBCE8610D4}">
      <dgm:prSet/>
      <dgm:spPr/>
      <dgm:t>
        <a:bodyPr/>
        <a:lstStyle/>
        <a:p>
          <a:endParaRPr lang="en-US"/>
        </a:p>
      </dgm:t>
    </dgm:pt>
    <dgm:pt modelId="{5605F936-E31E-4518-B224-2B7DAB7622B6}" type="sibTrans" cxnId="{F6E6F1EB-9BD4-408F-AC46-97CBCE8610D4}">
      <dgm:prSet/>
      <dgm:spPr/>
      <dgm:t>
        <a:bodyPr/>
        <a:lstStyle/>
        <a:p>
          <a:endParaRPr lang="en-US"/>
        </a:p>
      </dgm:t>
    </dgm:pt>
    <dgm:pt modelId="{93DD3C7F-6B13-4165-87F5-1E4961006329}">
      <dgm:prSet/>
      <dgm:spPr/>
      <dgm:t>
        <a:bodyPr/>
        <a:lstStyle/>
        <a:p>
          <a:r>
            <a:rPr lang="en-US" b="0" i="0" baseline="0"/>
            <a:t>Đảm bảo bảo mật dữ liệu tuyệt đối (Dữ liệu không rời khỏi hạ tầng nội bộ ngoại trừ việc gửi sang AI API đã được mã hóa).</a:t>
          </a:r>
          <a:endParaRPr lang="en-US"/>
        </a:p>
      </dgm:t>
    </dgm:pt>
    <dgm:pt modelId="{B6DC3A18-4EE2-4DF6-8CED-B38EE7AAE814}" type="parTrans" cxnId="{9888AD01-EABE-49F3-A8EE-5BB9BF0F96F5}">
      <dgm:prSet/>
      <dgm:spPr/>
      <dgm:t>
        <a:bodyPr/>
        <a:lstStyle/>
        <a:p>
          <a:endParaRPr lang="en-US"/>
        </a:p>
      </dgm:t>
    </dgm:pt>
    <dgm:pt modelId="{0A510533-AF76-411C-A062-F1FF8AB1EB92}" type="sibTrans" cxnId="{9888AD01-EABE-49F3-A8EE-5BB9BF0F96F5}">
      <dgm:prSet/>
      <dgm:spPr/>
      <dgm:t>
        <a:bodyPr/>
        <a:lstStyle/>
        <a:p>
          <a:endParaRPr lang="en-US"/>
        </a:p>
      </dgm:t>
    </dgm:pt>
    <dgm:pt modelId="{38A356BE-7749-4A40-B093-65E8CCA3F7CC}">
      <dgm:prSet/>
      <dgm:spPr/>
      <dgm:t>
        <a:bodyPr/>
        <a:lstStyle/>
        <a:p>
          <a:r>
            <a:rPr lang="en-US" b="1" i="0" baseline="0"/>
            <a:t>Hướng phát triển (Phase 3):</a:t>
          </a:r>
          <a:endParaRPr lang="en-US"/>
        </a:p>
      </dgm:t>
    </dgm:pt>
    <dgm:pt modelId="{46C34A8E-C94D-495C-9939-B42DF846AAF0}" type="parTrans" cxnId="{0B4CA54B-DE81-4116-A9C1-9DB5D6014715}">
      <dgm:prSet/>
      <dgm:spPr/>
      <dgm:t>
        <a:bodyPr/>
        <a:lstStyle/>
        <a:p>
          <a:endParaRPr lang="en-US"/>
        </a:p>
      </dgm:t>
    </dgm:pt>
    <dgm:pt modelId="{8D878ACB-D4A3-4D00-B558-78F9CF434D5E}" type="sibTrans" cxnId="{0B4CA54B-DE81-4116-A9C1-9DB5D6014715}">
      <dgm:prSet/>
      <dgm:spPr/>
      <dgm:t>
        <a:bodyPr/>
        <a:lstStyle/>
        <a:p>
          <a:endParaRPr lang="en-US"/>
        </a:p>
      </dgm:t>
    </dgm:pt>
    <dgm:pt modelId="{49C89FA0-55D1-4823-8994-23B6F3B96FE9}">
      <dgm:prSet/>
      <dgm:spPr/>
      <dgm:t>
        <a:bodyPr/>
        <a:lstStyle/>
        <a:p>
          <a:r>
            <a:rPr lang="en-US" b="0" i="0" baseline="0"/>
            <a:t>Xây dựng Dashboard trực quan bằng </a:t>
          </a:r>
          <a:r>
            <a:rPr lang="en-US" b="1" i="0" baseline="0"/>
            <a:t>Blazor/React</a:t>
          </a:r>
          <a:r>
            <a:rPr lang="en-US" b="0" i="0" baseline="0"/>
            <a:t> để hiển thị bản đồ rủi ro (Risk Map).</a:t>
          </a:r>
          <a:endParaRPr lang="en-US"/>
        </a:p>
      </dgm:t>
    </dgm:pt>
    <dgm:pt modelId="{5C2A71CA-8E14-47D0-BC5B-B7214693F1C9}" type="parTrans" cxnId="{2F224182-5038-4513-99DA-0E9699B3D06E}">
      <dgm:prSet/>
      <dgm:spPr/>
      <dgm:t>
        <a:bodyPr/>
        <a:lstStyle/>
        <a:p>
          <a:endParaRPr lang="en-US"/>
        </a:p>
      </dgm:t>
    </dgm:pt>
    <dgm:pt modelId="{A84CAA93-1A08-47C4-8DF0-754478E036DE}" type="sibTrans" cxnId="{2F224182-5038-4513-99DA-0E9699B3D06E}">
      <dgm:prSet/>
      <dgm:spPr/>
      <dgm:t>
        <a:bodyPr/>
        <a:lstStyle/>
        <a:p>
          <a:endParaRPr lang="en-US"/>
        </a:p>
      </dgm:t>
    </dgm:pt>
    <dgm:pt modelId="{02E4507A-01F7-4490-9CAD-9472FA29ED08}">
      <dgm:prSet/>
      <dgm:spPr/>
      <dgm:t>
        <a:bodyPr/>
        <a:lstStyle/>
        <a:p>
          <a:r>
            <a:rPr lang="en-US" b="0" i="0" baseline="0"/>
            <a:t>Hỗ trợ đa tiêu chuẩn tuân thủ: GDPR, ISO 27001, HIPAA.</a:t>
          </a:r>
          <a:endParaRPr lang="en-US"/>
        </a:p>
      </dgm:t>
    </dgm:pt>
    <dgm:pt modelId="{F3B93762-8E98-48A5-8470-C0E11393B9DF}" type="parTrans" cxnId="{428291B4-0A69-4471-8A81-028D9F97DBAF}">
      <dgm:prSet/>
      <dgm:spPr/>
      <dgm:t>
        <a:bodyPr/>
        <a:lstStyle/>
        <a:p>
          <a:endParaRPr lang="en-US"/>
        </a:p>
      </dgm:t>
    </dgm:pt>
    <dgm:pt modelId="{AA04A71C-1E75-4C2D-B283-6BE2326F2E07}" type="sibTrans" cxnId="{428291B4-0A69-4471-8A81-028D9F97DBAF}">
      <dgm:prSet/>
      <dgm:spPr/>
      <dgm:t>
        <a:bodyPr/>
        <a:lstStyle/>
        <a:p>
          <a:endParaRPr lang="en-US"/>
        </a:p>
      </dgm:t>
    </dgm:pt>
    <dgm:pt modelId="{1693569F-B5FE-4438-B150-C37B7E955A09}">
      <dgm:prSet/>
      <dgm:spPr/>
      <dgm:t>
        <a:bodyPr/>
        <a:lstStyle/>
        <a:p>
          <a:r>
            <a:rPr lang="en-US" b="0" i="0" baseline="0"/>
            <a:t>Hệ thống cảnh báo thời gian thực khi phát hiện hợp đồng có rủi ro cao.</a:t>
          </a:r>
          <a:endParaRPr lang="en-US"/>
        </a:p>
      </dgm:t>
    </dgm:pt>
    <dgm:pt modelId="{5FA61D32-478D-40EA-A413-865A0ADA7146}" type="parTrans" cxnId="{A860A724-B906-4FC0-AAAA-3933F692C95F}">
      <dgm:prSet/>
      <dgm:spPr/>
      <dgm:t>
        <a:bodyPr/>
        <a:lstStyle/>
        <a:p>
          <a:endParaRPr lang="en-US"/>
        </a:p>
      </dgm:t>
    </dgm:pt>
    <dgm:pt modelId="{4352EB86-265B-4CC4-B281-C4EEAE81C0A2}" type="sibTrans" cxnId="{A860A724-B906-4FC0-AAAA-3933F692C95F}">
      <dgm:prSet/>
      <dgm:spPr/>
      <dgm:t>
        <a:bodyPr/>
        <a:lstStyle/>
        <a:p>
          <a:endParaRPr lang="en-US"/>
        </a:p>
      </dgm:t>
    </dgm:pt>
    <dgm:pt modelId="{D4E32C98-082F-4A87-8A4F-C4E4B11274B8}" type="pres">
      <dgm:prSet presAssocID="{41EA987E-4AB9-4F9A-B1EA-6667661E99B5}" presName="linear" presStyleCnt="0">
        <dgm:presLayoutVars>
          <dgm:dir/>
          <dgm:animLvl val="lvl"/>
          <dgm:resizeHandles val="exact"/>
        </dgm:presLayoutVars>
      </dgm:prSet>
      <dgm:spPr/>
    </dgm:pt>
    <dgm:pt modelId="{B29A71FA-C101-4BE9-8799-24C79A8FF7D7}" type="pres">
      <dgm:prSet presAssocID="{03FE75B9-A54E-422C-BD77-B927BBC6EC23}" presName="parentLin" presStyleCnt="0"/>
      <dgm:spPr/>
    </dgm:pt>
    <dgm:pt modelId="{628AC310-99B6-47D2-BF4F-A7828528B0E0}" type="pres">
      <dgm:prSet presAssocID="{03FE75B9-A54E-422C-BD77-B927BBC6EC23}" presName="parentLeftMargin" presStyleLbl="node1" presStyleIdx="0" presStyleCnt="2"/>
      <dgm:spPr/>
    </dgm:pt>
    <dgm:pt modelId="{2FB3284B-1A3C-4D8D-9831-7A42B796E654}" type="pres">
      <dgm:prSet presAssocID="{03FE75B9-A54E-422C-BD77-B927BBC6EC2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BDD4EB2-091C-433F-9EF4-5C0557E6B1B8}" type="pres">
      <dgm:prSet presAssocID="{03FE75B9-A54E-422C-BD77-B927BBC6EC23}" presName="negativeSpace" presStyleCnt="0"/>
      <dgm:spPr/>
    </dgm:pt>
    <dgm:pt modelId="{00097F06-E593-406B-A708-AC0802645873}" type="pres">
      <dgm:prSet presAssocID="{03FE75B9-A54E-422C-BD77-B927BBC6EC23}" presName="childText" presStyleLbl="conFgAcc1" presStyleIdx="0" presStyleCnt="2">
        <dgm:presLayoutVars>
          <dgm:bulletEnabled val="1"/>
        </dgm:presLayoutVars>
      </dgm:prSet>
      <dgm:spPr/>
    </dgm:pt>
    <dgm:pt modelId="{9F2A8A44-F1B3-46D6-9D13-5B239D9B967B}" type="pres">
      <dgm:prSet presAssocID="{E51DAE31-9D7D-4DE3-A732-25C71414B688}" presName="spaceBetweenRectangles" presStyleCnt="0"/>
      <dgm:spPr/>
    </dgm:pt>
    <dgm:pt modelId="{2281E934-BA20-48D7-8A54-A7FAD0241153}" type="pres">
      <dgm:prSet presAssocID="{38A356BE-7749-4A40-B093-65E8CCA3F7CC}" presName="parentLin" presStyleCnt="0"/>
      <dgm:spPr/>
    </dgm:pt>
    <dgm:pt modelId="{762C8BBC-A09D-4CBC-A16A-CDF1D740EEAC}" type="pres">
      <dgm:prSet presAssocID="{38A356BE-7749-4A40-B093-65E8CCA3F7CC}" presName="parentLeftMargin" presStyleLbl="node1" presStyleIdx="0" presStyleCnt="2"/>
      <dgm:spPr/>
    </dgm:pt>
    <dgm:pt modelId="{F9E0745D-A163-4A87-AAFC-FA579D7D5551}" type="pres">
      <dgm:prSet presAssocID="{38A356BE-7749-4A40-B093-65E8CCA3F7C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8984F05-4C9E-4B1E-81B8-C7CCC050E82D}" type="pres">
      <dgm:prSet presAssocID="{38A356BE-7749-4A40-B093-65E8CCA3F7CC}" presName="negativeSpace" presStyleCnt="0"/>
      <dgm:spPr/>
    </dgm:pt>
    <dgm:pt modelId="{9D6712C1-F7A0-401A-8DD9-F356C5EBAA17}" type="pres">
      <dgm:prSet presAssocID="{38A356BE-7749-4A40-B093-65E8CCA3F7C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888AD01-EABE-49F3-A8EE-5BB9BF0F96F5}" srcId="{03FE75B9-A54E-422C-BD77-B927BBC6EC23}" destId="{93DD3C7F-6B13-4165-87F5-1E4961006329}" srcOrd="1" destOrd="0" parTransId="{B6DC3A18-4EE2-4DF6-8CED-B38EE7AAE814}" sibTransId="{0A510533-AF76-411C-A062-F1FF8AB1EB92}"/>
    <dgm:cxn modelId="{F7F0E623-0F6F-4CDD-A40B-35B99BBEB302}" type="presOf" srcId="{41EA987E-4AB9-4F9A-B1EA-6667661E99B5}" destId="{D4E32C98-082F-4A87-8A4F-C4E4B11274B8}" srcOrd="0" destOrd="0" presId="urn:microsoft.com/office/officeart/2005/8/layout/list1"/>
    <dgm:cxn modelId="{A860A724-B906-4FC0-AAAA-3933F692C95F}" srcId="{38A356BE-7749-4A40-B093-65E8CCA3F7CC}" destId="{1693569F-B5FE-4438-B150-C37B7E955A09}" srcOrd="2" destOrd="0" parTransId="{5FA61D32-478D-40EA-A413-865A0ADA7146}" sibTransId="{4352EB86-265B-4CC4-B281-C4EEAE81C0A2}"/>
    <dgm:cxn modelId="{47BF272B-8EA2-4308-B79F-B3A3D1000DB7}" srcId="{41EA987E-4AB9-4F9A-B1EA-6667661E99B5}" destId="{03FE75B9-A54E-422C-BD77-B927BBC6EC23}" srcOrd="0" destOrd="0" parTransId="{25D61689-6F13-4733-855D-A411C6CD86D8}" sibTransId="{E51DAE31-9D7D-4DE3-A732-25C71414B688}"/>
    <dgm:cxn modelId="{5E728038-3960-4655-A1DC-19BBE37603A1}" type="presOf" srcId="{38A356BE-7749-4A40-B093-65E8CCA3F7CC}" destId="{F9E0745D-A163-4A87-AAFC-FA579D7D5551}" srcOrd="1" destOrd="0" presId="urn:microsoft.com/office/officeart/2005/8/layout/list1"/>
    <dgm:cxn modelId="{71BC933B-5526-46F0-AE71-D859C6A3011D}" type="presOf" srcId="{38A356BE-7749-4A40-B093-65E8CCA3F7CC}" destId="{762C8BBC-A09D-4CBC-A16A-CDF1D740EEAC}" srcOrd="0" destOrd="0" presId="urn:microsoft.com/office/officeart/2005/8/layout/list1"/>
    <dgm:cxn modelId="{46C1F13B-548F-4239-9423-9E5DA1F161AC}" type="presOf" srcId="{03FE75B9-A54E-422C-BD77-B927BBC6EC23}" destId="{2FB3284B-1A3C-4D8D-9831-7A42B796E654}" srcOrd="1" destOrd="0" presId="urn:microsoft.com/office/officeart/2005/8/layout/list1"/>
    <dgm:cxn modelId="{1DCC4948-D202-4ED4-B00F-2036932B7FB0}" type="presOf" srcId="{1693569F-B5FE-4438-B150-C37B7E955A09}" destId="{9D6712C1-F7A0-401A-8DD9-F356C5EBAA17}" srcOrd="0" destOrd="2" presId="urn:microsoft.com/office/officeart/2005/8/layout/list1"/>
    <dgm:cxn modelId="{C4F1ED68-0C8A-47F6-AEB5-DE0A27A95F39}" type="presOf" srcId="{93DD3C7F-6B13-4165-87F5-1E4961006329}" destId="{00097F06-E593-406B-A708-AC0802645873}" srcOrd="0" destOrd="1" presId="urn:microsoft.com/office/officeart/2005/8/layout/list1"/>
    <dgm:cxn modelId="{0B4CA54B-DE81-4116-A9C1-9DB5D6014715}" srcId="{41EA987E-4AB9-4F9A-B1EA-6667661E99B5}" destId="{38A356BE-7749-4A40-B093-65E8CCA3F7CC}" srcOrd="1" destOrd="0" parTransId="{46C34A8E-C94D-495C-9939-B42DF846AAF0}" sibTransId="{8D878ACB-D4A3-4D00-B558-78F9CF434D5E}"/>
    <dgm:cxn modelId="{0988376E-F0FC-438C-B261-604F804D3AAD}" type="presOf" srcId="{03FE75B9-A54E-422C-BD77-B927BBC6EC23}" destId="{628AC310-99B6-47D2-BF4F-A7828528B0E0}" srcOrd="0" destOrd="0" presId="urn:microsoft.com/office/officeart/2005/8/layout/list1"/>
    <dgm:cxn modelId="{AAFC1C74-86DB-4351-90B1-5E0C8A748D8C}" type="presOf" srcId="{DE66AB10-8167-486A-82C2-AE1ABC466981}" destId="{00097F06-E593-406B-A708-AC0802645873}" srcOrd="0" destOrd="0" presId="urn:microsoft.com/office/officeart/2005/8/layout/list1"/>
    <dgm:cxn modelId="{2F224182-5038-4513-99DA-0E9699B3D06E}" srcId="{38A356BE-7749-4A40-B093-65E8CCA3F7CC}" destId="{49C89FA0-55D1-4823-8994-23B6F3B96FE9}" srcOrd="0" destOrd="0" parTransId="{5C2A71CA-8E14-47D0-BC5B-B7214693F1C9}" sibTransId="{A84CAA93-1A08-47C4-8DF0-754478E036DE}"/>
    <dgm:cxn modelId="{94C4EFA5-7F42-46E1-BE73-F49A759F1B3C}" type="presOf" srcId="{02E4507A-01F7-4490-9CAD-9472FA29ED08}" destId="{9D6712C1-F7A0-401A-8DD9-F356C5EBAA17}" srcOrd="0" destOrd="1" presId="urn:microsoft.com/office/officeart/2005/8/layout/list1"/>
    <dgm:cxn modelId="{428291B4-0A69-4471-8A81-028D9F97DBAF}" srcId="{38A356BE-7749-4A40-B093-65E8CCA3F7CC}" destId="{02E4507A-01F7-4490-9CAD-9472FA29ED08}" srcOrd="1" destOrd="0" parTransId="{F3B93762-8E98-48A5-8470-C0E11393B9DF}" sibTransId="{AA04A71C-1E75-4C2D-B283-6BE2326F2E07}"/>
    <dgm:cxn modelId="{87EF5DD1-015E-4DE3-B414-7525BBA19472}" type="presOf" srcId="{49C89FA0-55D1-4823-8994-23B6F3B96FE9}" destId="{9D6712C1-F7A0-401A-8DD9-F356C5EBAA17}" srcOrd="0" destOrd="0" presId="urn:microsoft.com/office/officeart/2005/8/layout/list1"/>
    <dgm:cxn modelId="{F6E6F1EB-9BD4-408F-AC46-97CBCE8610D4}" srcId="{03FE75B9-A54E-422C-BD77-B927BBC6EC23}" destId="{DE66AB10-8167-486A-82C2-AE1ABC466981}" srcOrd="0" destOrd="0" parTransId="{769B0B64-30BF-4C8C-AC07-DD6CBCF4FDD1}" sibTransId="{5605F936-E31E-4518-B224-2B7DAB7622B6}"/>
    <dgm:cxn modelId="{B7FECC2E-888C-4D5C-9792-9821F91B1199}" type="presParOf" srcId="{D4E32C98-082F-4A87-8A4F-C4E4B11274B8}" destId="{B29A71FA-C101-4BE9-8799-24C79A8FF7D7}" srcOrd="0" destOrd="0" presId="urn:microsoft.com/office/officeart/2005/8/layout/list1"/>
    <dgm:cxn modelId="{019132CF-A8FB-43A5-A7BC-F644C77F6D11}" type="presParOf" srcId="{B29A71FA-C101-4BE9-8799-24C79A8FF7D7}" destId="{628AC310-99B6-47D2-BF4F-A7828528B0E0}" srcOrd="0" destOrd="0" presId="urn:microsoft.com/office/officeart/2005/8/layout/list1"/>
    <dgm:cxn modelId="{6638A17E-C1C6-4379-8B48-AE36B83427DE}" type="presParOf" srcId="{B29A71FA-C101-4BE9-8799-24C79A8FF7D7}" destId="{2FB3284B-1A3C-4D8D-9831-7A42B796E654}" srcOrd="1" destOrd="0" presId="urn:microsoft.com/office/officeart/2005/8/layout/list1"/>
    <dgm:cxn modelId="{F3D8F70B-BB06-488A-A446-17A9236E8BD7}" type="presParOf" srcId="{D4E32C98-082F-4A87-8A4F-C4E4B11274B8}" destId="{9BDD4EB2-091C-433F-9EF4-5C0557E6B1B8}" srcOrd="1" destOrd="0" presId="urn:microsoft.com/office/officeart/2005/8/layout/list1"/>
    <dgm:cxn modelId="{B174FCF5-CFC0-4044-AF50-316CEE437ADC}" type="presParOf" srcId="{D4E32C98-082F-4A87-8A4F-C4E4B11274B8}" destId="{00097F06-E593-406B-A708-AC0802645873}" srcOrd="2" destOrd="0" presId="urn:microsoft.com/office/officeart/2005/8/layout/list1"/>
    <dgm:cxn modelId="{DD55DE66-1B19-49F6-AD8F-20BDB44E7E1F}" type="presParOf" srcId="{D4E32C98-082F-4A87-8A4F-C4E4B11274B8}" destId="{9F2A8A44-F1B3-46D6-9D13-5B239D9B967B}" srcOrd="3" destOrd="0" presId="urn:microsoft.com/office/officeart/2005/8/layout/list1"/>
    <dgm:cxn modelId="{CDDA1F8E-80DB-4747-9DCB-DE8DDF8E4B8D}" type="presParOf" srcId="{D4E32C98-082F-4A87-8A4F-C4E4B11274B8}" destId="{2281E934-BA20-48D7-8A54-A7FAD0241153}" srcOrd="4" destOrd="0" presId="urn:microsoft.com/office/officeart/2005/8/layout/list1"/>
    <dgm:cxn modelId="{AD8B9D7A-C33E-4276-8BD4-4D22F562F7D3}" type="presParOf" srcId="{2281E934-BA20-48D7-8A54-A7FAD0241153}" destId="{762C8BBC-A09D-4CBC-A16A-CDF1D740EEAC}" srcOrd="0" destOrd="0" presId="urn:microsoft.com/office/officeart/2005/8/layout/list1"/>
    <dgm:cxn modelId="{F3CE4768-93FE-4D26-A19A-117673E7C303}" type="presParOf" srcId="{2281E934-BA20-48D7-8A54-A7FAD0241153}" destId="{F9E0745D-A163-4A87-AAFC-FA579D7D5551}" srcOrd="1" destOrd="0" presId="urn:microsoft.com/office/officeart/2005/8/layout/list1"/>
    <dgm:cxn modelId="{2EFCF849-72CF-4112-8007-9CDFDCC18750}" type="presParOf" srcId="{D4E32C98-082F-4A87-8A4F-C4E4B11274B8}" destId="{68984F05-4C9E-4B1E-81B8-C7CCC050E82D}" srcOrd="5" destOrd="0" presId="urn:microsoft.com/office/officeart/2005/8/layout/list1"/>
    <dgm:cxn modelId="{71418CEA-2BF1-4216-969A-9732845673C5}" type="presParOf" srcId="{D4E32C98-082F-4A87-8A4F-C4E4B11274B8}" destId="{9D6712C1-F7A0-401A-8DD9-F356C5EBAA1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2A24F-975C-4F30-B562-05B165C3F4FD}">
      <dsp:nvSpPr>
        <dsp:cNvPr id="0" name=""/>
        <dsp:cNvSpPr/>
      </dsp:nvSpPr>
      <dsp:spPr>
        <a:xfrm>
          <a:off x="0" y="853360"/>
          <a:ext cx="5913437" cy="15754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4A6AF-A407-47E0-A26D-75D8294751A1}">
      <dsp:nvSpPr>
        <dsp:cNvPr id="0" name=""/>
        <dsp:cNvSpPr/>
      </dsp:nvSpPr>
      <dsp:spPr>
        <a:xfrm>
          <a:off x="476569" y="1207833"/>
          <a:ext cx="866489" cy="8664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B2B75-AF4E-40EC-A238-3A3760022358}">
      <dsp:nvSpPr>
        <dsp:cNvPr id="0" name=""/>
        <dsp:cNvSpPr/>
      </dsp:nvSpPr>
      <dsp:spPr>
        <a:xfrm>
          <a:off x="1819627" y="853360"/>
          <a:ext cx="4093809" cy="1575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734" tIns="166734" rIns="166734" bIns="1667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Aptos" panose="020B0004020202020204" pitchFamily="34" charset="0"/>
            </a:rPr>
            <a:t>Hệ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thống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tự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động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phân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tích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tuân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thủ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pháp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lý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bằng</a:t>
          </a:r>
          <a:r>
            <a:rPr lang="en-US" sz="2500" kern="1200" dirty="0">
              <a:latin typeface="Aptos" panose="020B0004020202020204" pitchFamily="34" charset="0"/>
            </a:rPr>
            <a:t> AI </a:t>
          </a:r>
          <a:r>
            <a:rPr lang="en-US" sz="2500" kern="1200" dirty="0" err="1">
              <a:latin typeface="Aptos" panose="020B0004020202020204" pitchFamily="34" charset="0"/>
            </a:rPr>
            <a:t>cho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doanh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nghiệp</a:t>
          </a:r>
          <a:r>
            <a:rPr lang="en-US" sz="2500" kern="1200" dirty="0">
              <a:latin typeface="Aptos" panose="020B0004020202020204" pitchFamily="34" charset="0"/>
            </a:rPr>
            <a:t>.</a:t>
          </a:r>
        </a:p>
      </dsp:txBody>
      <dsp:txXfrm>
        <a:off x="1819627" y="853360"/>
        <a:ext cx="4093809" cy="1575435"/>
      </dsp:txXfrm>
    </dsp:sp>
    <dsp:sp modelId="{30B7DEBB-DA15-4B54-AFAD-4BC92CA97874}">
      <dsp:nvSpPr>
        <dsp:cNvPr id="0" name=""/>
        <dsp:cNvSpPr/>
      </dsp:nvSpPr>
      <dsp:spPr>
        <a:xfrm>
          <a:off x="0" y="2822654"/>
          <a:ext cx="5913437" cy="15754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6BE97-D94A-4ED0-B7A7-BC7399FA0283}">
      <dsp:nvSpPr>
        <dsp:cNvPr id="0" name=""/>
        <dsp:cNvSpPr/>
      </dsp:nvSpPr>
      <dsp:spPr>
        <a:xfrm>
          <a:off x="476569" y="3177127"/>
          <a:ext cx="866489" cy="8664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022D7-CBBA-460D-80AE-21DBA759AA6F}">
      <dsp:nvSpPr>
        <dsp:cNvPr id="0" name=""/>
        <dsp:cNvSpPr/>
      </dsp:nvSpPr>
      <dsp:spPr>
        <a:xfrm>
          <a:off x="1819627" y="2822654"/>
          <a:ext cx="2661046" cy="1575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734" tIns="166734" rIns="166734" bIns="1667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Aptos" panose="020B0004020202020204" pitchFamily="34" charset="0"/>
            </a:rPr>
            <a:t>Họ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tên</a:t>
          </a:r>
          <a:r>
            <a:rPr lang="en-US" sz="2500" kern="1200" dirty="0">
              <a:latin typeface="Aptos" panose="020B0004020202020204" pitchFamily="34" charset="0"/>
            </a:rPr>
            <a:t>: Sok Kim Thanh</a:t>
          </a:r>
        </a:p>
      </dsp:txBody>
      <dsp:txXfrm>
        <a:off x="1819627" y="2822654"/>
        <a:ext cx="2661046" cy="1575435"/>
      </dsp:txXfrm>
    </dsp:sp>
    <dsp:sp modelId="{9FF22DD2-B6C6-4B78-82A4-23BA016E683D}">
      <dsp:nvSpPr>
        <dsp:cNvPr id="0" name=""/>
        <dsp:cNvSpPr/>
      </dsp:nvSpPr>
      <dsp:spPr>
        <a:xfrm>
          <a:off x="4480674" y="2822654"/>
          <a:ext cx="1432762" cy="1575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734" tIns="166734" rIns="166734" bIns="166734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ptos" panose="020B0004020202020204" pitchFamily="34" charset="0"/>
            </a:rPr>
            <a:t>Công </a:t>
          </a:r>
          <a:r>
            <a:rPr lang="en-US" sz="1300" kern="1200" dirty="0" err="1">
              <a:latin typeface="Aptos" panose="020B0004020202020204" pitchFamily="34" charset="0"/>
            </a:rPr>
            <a:t>nghệ</a:t>
          </a:r>
          <a:r>
            <a:rPr lang="en-US" sz="1300" kern="1200" dirty="0">
              <a:latin typeface="Aptos" panose="020B0004020202020204" pitchFamily="34" charset="0"/>
            </a:rPr>
            <a:t> </a:t>
          </a:r>
          <a:r>
            <a:rPr lang="en-US" sz="1300" kern="1200" dirty="0" err="1">
              <a:latin typeface="Aptos" panose="020B0004020202020204" pitchFamily="34" charset="0"/>
            </a:rPr>
            <a:t>sử</a:t>
          </a:r>
          <a:r>
            <a:rPr lang="en-US" sz="1300" kern="1200" dirty="0">
              <a:latin typeface="Aptos" panose="020B0004020202020204" pitchFamily="34" charset="0"/>
            </a:rPr>
            <a:t> </a:t>
          </a:r>
          <a:r>
            <a:rPr lang="en-US" sz="1300" kern="1200" dirty="0" err="1">
              <a:latin typeface="Aptos" panose="020B0004020202020204" pitchFamily="34" charset="0"/>
            </a:rPr>
            <a:t>dụng</a:t>
          </a:r>
          <a:r>
            <a:rPr lang="en-US" sz="1300" kern="1200" dirty="0">
              <a:latin typeface="Aptos" panose="020B0004020202020204" pitchFamily="34" charset="0"/>
            </a:rPr>
            <a:t>: .NET 9, Python (</a:t>
          </a:r>
          <a:r>
            <a:rPr lang="en-US" sz="1300" kern="1200" dirty="0" err="1">
              <a:latin typeface="Aptos" panose="020B0004020202020204" pitchFamily="34" charset="0"/>
            </a:rPr>
            <a:t>FastAPI</a:t>
          </a:r>
          <a:r>
            <a:rPr lang="en-US" sz="1300" kern="1200" dirty="0">
              <a:latin typeface="Aptos" panose="020B0004020202020204" pitchFamily="34" charset="0"/>
            </a:rPr>
            <a:t>), React, OpenAI, Docker.</a:t>
          </a:r>
        </a:p>
      </dsp:txBody>
      <dsp:txXfrm>
        <a:off x="4480674" y="2822654"/>
        <a:ext cx="1432762" cy="15754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7BCCB-B3BD-47B5-A79A-5D99723B1B3D}">
      <dsp:nvSpPr>
        <dsp:cNvPr id="0" name=""/>
        <dsp:cNvSpPr/>
      </dsp:nvSpPr>
      <dsp:spPr>
        <a:xfrm>
          <a:off x="0" y="2247164"/>
          <a:ext cx="9604375" cy="14743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Mục tiêu hệ thống:</a:t>
          </a:r>
          <a:endParaRPr lang="en-US" sz="2600" kern="1200"/>
        </a:p>
      </dsp:txBody>
      <dsp:txXfrm>
        <a:off x="0" y="2247164"/>
        <a:ext cx="9604375" cy="796167"/>
      </dsp:txXfrm>
    </dsp:sp>
    <dsp:sp modelId="{20653362-D0A3-4158-8CD1-23BC7A1906F2}">
      <dsp:nvSpPr>
        <dsp:cNvPr id="0" name=""/>
        <dsp:cNvSpPr/>
      </dsp:nvSpPr>
      <dsp:spPr>
        <a:xfrm>
          <a:off x="4689" y="3013844"/>
          <a:ext cx="3198331" cy="67821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 err="1"/>
            <a:t>Phân</a:t>
          </a:r>
          <a:r>
            <a:rPr lang="en-US" sz="1600" b="0" i="0" kern="1200" baseline="0" dirty="0"/>
            <a:t> </a:t>
          </a:r>
          <a:r>
            <a:rPr lang="en-US" sz="1600" b="0" i="0" kern="1200" baseline="0" dirty="0" err="1"/>
            <a:t>tích</a:t>
          </a:r>
          <a:r>
            <a:rPr lang="en-US" sz="1600" b="0" i="0" kern="1200" baseline="0" dirty="0"/>
            <a:t> </a:t>
          </a:r>
          <a:r>
            <a:rPr lang="en-US" sz="1600" b="0" i="0" kern="1200" baseline="0" dirty="0" err="1"/>
            <a:t>tài</a:t>
          </a:r>
          <a:r>
            <a:rPr lang="en-US" sz="1600" b="0" i="0" kern="1200" baseline="0" dirty="0"/>
            <a:t> </a:t>
          </a:r>
          <a:r>
            <a:rPr lang="en-US" sz="1600" b="0" i="0" kern="1200" baseline="0" dirty="0" err="1"/>
            <a:t>liệu</a:t>
          </a:r>
          <a:r>
            <a:rPr lang="en-US" sz="1600" b="0" i="0" kern="1200" baseline="0" dirty="0"/>
            <a:t> </a:t>
          </a:r>
          <a:r>
            <a:rPr lang="en-US" sz="1600" b="0" i="0" kern="1200" baseline="0" dirty="0">
              <a:latin typeface="Aptos" panose="020B0004020202020204" pitchFamily="34" charset="0"/>
            </a:rPr>
            <a:t>PDF</a:t>
          </a:r>
          <a:r>
            <a:rPr lang="en-US" sz="1600" b="0" i="0" kern="1200" baseline="0" dirty="0"/>
            <a:t>/Word </a:t>
          </a:r>
          <a:r>
            <a:rPr lang="en-US" sz="1600" b="0" i="0" kern="1200" baseline="0" dirty="0" err="1"/>
            <a:t>trong</a:t>
          </a:r>
          <a:r>
            <a:rPr lang="en-US" sz="1600" b="0" i="0" kern="1200" baseline="0" dirty="0"/>
            <a:t> &lt; 10 </a:t>
          </a:r>
          <a:r>
            <a:rPr lang="en-US" sz="1600" b="0" i="0" kern="1200" baseline="0" dirty="0" err="1"/>
            <a:t>giây</a:t>
          </a:r>
          <a:r>
            <a:rPr lang="en-US" sz="1600" b="0" i="0" kern="1200" baseline="0" dirty="0"/>
            <a:t>.</a:t>
          </a:r>
          <a:endParaRPr lang="en-US" sz="1600" kern="1200" dirty="0"/>
        </a:p>
      </dsp:txBody>
      <dsp:txXfrm>
        <a:off x="4689" y="3013844"/>
        <a:ext cx="3198331" cy="678216"/>
      </dsp:txXfrm>
    </dsp:sp>
    <dsp:sp modelId="{5E5D2532-A1A4-4AA5-8786-8646E3F35AFF}">
      <dsp:nvSpPr>
        <dsp:cNvPr id="0" name=""/>
        <dsp:cNvSpPr/>
      </dsp:nvSpPr>
      <dsp:spPr>
        <a:xfrm>
          <a:off x="3203021" y="3013844"/>
          <a:ext cx="3198331" cy="67821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Chấm điểm tuân thủ (Compliance Score) trực quan.</a:t>
          </a:r>
          <a:endParaRPr lang="en-US" sz="1600" kern="1200"/>
        </a:p>
      </dsp:txBody>
      <dsp:txXfrm>
        <a:off x="3203021" y="3013844"/>
        <a:ext cx="3198331" cy="678216"/>
      </dsp:txXfrm>
    </dsp:sp>
    <dsp:sp modelId="{824AE63E-5817-4E3F-BA8D-21AFEBE59F97}">
      <dsp:nvSpPr>
        <dsp:cNvPr id="0" name=""/>
        <dsp:cNvSpPr/>
      </dsp:nvSpPr>
      <dsp:spPr>
        <a:xfrm>
          <a:off x="6401353" y="3013844"/>
          <a:ext cx="3198331" cy="67821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Cung cấp dẫn chứng (Reference) cụ thể cho từng lỗi vi phạm.</a:t>
          </a:r>
          <a:endParaRPr lang="en-US" sz="1600" kern="1200"/>
        </a:p>
      </dsp:txBody>
      <dsp:txXfrm>
        <a:off x="6401353" y="3013844"/>
        <a:ext cx="3198331" cy="678216"/>
      </dsp:txXfrm>
    </dsp:sp>
    <dsp:sp modelId="{38DC0280-73D9-4771-8E5B-8622FABD3F2C}">
      <dsp:nvSpPr>
        <dsp:cNvPr id="0" name=""/>
        <dsp:cNvSpPr/>
      </dsp:nvSpPr>
      <dsp:spPr>
        <a:xfrm rot="10800000">
          <a:off x="0" y="1678"/>
          <a:ext cx="9604375" cy="226760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 dirty="0" err="1">
              <a:latin typeface="Aptos" panose="020B0004020202020204" pitchFamily="34" charset="0"/>
            </a:rPr>
            <a:t>Giải</a:t>
          </a:r>
          <a:r>
            <a:rPr lang="en-US" sz="2600" b="1" i="0" kern="1200" baseline="0" dirty="0">
              <a:latin typeface="Aptos" panose="020B0004020202020204" pitchFamily="34" charset="0"/>
            </a:rPr>
            <a:t> </a:t>
          </a:r>
          <a:r>
            <a:rPr lang="en-US" sz="2600" b="1" i="0" kern="1200" baseline="0" dirty="0" err="1">
              <a:latin typeface="Aptos" panose="020B0004020202020204" pitchFamily="34" charset="0"/>
            </a:rPr>
            <a:t>pháp</a:t>
          </a:r>
          <a:r>
            <a:rPr lang="en-US" sz="2600" b="1" i="0" kern="1200" baseline="0" dirty="0">
              <a:latin typeface="Aptos" panose="020B0004020202020204" pitchFamily="34" charset="0"/>
            </a:rPr>
            <a:t>: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Ứng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dụng</a:t>
          </a:r>
          <a:r>
            <a:rPr lang="en-US" sz="2600" b="0" i="0" kern="1200" baseline="0" dirty="0">
              <a:latin typeface="Aptos" panose="020B0004020202020204" pitchFamily="34" charset="0"/>
            </a:rPr>
            <a:t> AI (LLM) </a:t>
          </a:r>
          <a:r>
            <a:rPr lang="en-US" sz="2600" b="0" i="0" kern="1200" baseline="0" dirty="0" err="1">
              <a:latin typeface="Aptos" panose="020B0004020202020204" pitchFamily="34" charset="0"/>
            </a:rPr>
            <a:t>để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tự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động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hóa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quy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trình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đọc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hiểu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và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đối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soát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văn</a:t>
          </a:r>
          <a:r>
            <a:rPr lang="en-US" sz="2600" b="0" i="0" kern="1200" baseline="0" dirty="0">
              <a:latin typeface="Aptos" panose="020B0004020202020204" pitchFamily="34" charset="0"/>
            </a:rPr>
            <a:t> </a:t>
          </a:r>
          <a:r>
            <a:rPr lang="en-US" sz="2600" b="0" i="0" kern="1200" baseline="0" dirty="0" err="1">
              <a:latin typeface="Aptos" panose="020B0004020202020204" pitchFamily="34" charset="0"/>
            </a:rPr>
            <a:t>bản</a:t>
          </a:r>
          <a:r>
            <a:rPr lang="en-US" sz="2600" b="0" i="0" kern="1200" baseline="0" dirty="0">
              <a:latin typeface="Aptos" panose="020B0004020202020204" pitchFamily="34" charset="0"/>
            </a:rPr>
            <a:t>.</a:t>
          </a:r>
          <a:endParaRPr lang="en-US" sz="2600" kern="1200" dirty="0">
            <a:latin typeface="Aptos" panose="020B0004020202020204" pitchFamily="34" charset="0"/>
          </a:endParaRPr>
        </a:p>
      </dsp:txBody>
      <dsp:txXfrm rot="10800000">
        <a:off x="0" y="1678"/>
        <a:ext cx="9604375" cy="14734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AA7AE-7E83-4293-8B64-4B808C46025C}">
      <dsp:nvSpPr>
        <dsp:cNvPr id="0" name=""/>
        <dsp:cNvSpPr/>
      </dsp:nvSpPr>
      <dsp:spPr>
        <a:xfrm>
          <a:off x="0" y="0"/>
          <a:ext cx="8163718" cy="16754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i="0" kern="1200" baseline="0"/>
            <a:t>Logic xử lý: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Tách nội dung (Text Extraction) từ File.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baseline="0"/>
            <a:t>Prompt Engineering:</a:t>
          </a:r>
          <a:r>
            <a:rPr lang="en-US" sz="1500" b="0" i="0" kern="1200" baseline="0"/>
            <a:t> Ép kiểu AI trả về dữ liệu cấu trúc JSON (Status, Score, Issues).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baseline="0"/>
            <a:t>Validation:</a:t>
          </a:r>
          <a:r>
            <a:rPr lang="en-US" sz="1500" b="0" i="0" kern="1200" baseline="0"/>
            <a:t> Kiểm tra tính chính xác của JSON trước khi lưu vào Database.</a:t>
          </a:r>
          <a:endParaRPr lang="en-US" sz="1500" kern="1200"/>
        </a:p>
      </dsp:txBody>
      <dsp:txXfrm>
        <a:off x="49072" y="49072"/>
        <a:ext cx="6432008" cy="1577308"/>
      </dsp:txXfrm>
    </dsp:sp>
    <dsp:sp modelId="{42E3B916-B3C5-4A6F-8995-F4EA0680E9A4}">
      <dsp:nvSpPr>
        <dsp:cNvPr id="0" name=""/>
        <dsp:cNvSpPr/>
      </dsp:nvSpPr>
      <dsp:spPr>
        <a:xfrm>
          <a:off x="1440656" y="2047774"/>
          <a:ext cx="8163718" cy="16754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i="0" kern="1200" baseline="0"/>
            <a:t>Lợi ích:</a:t>
          </a:r>
          <a:r>
            <a:rPr lang="en-US" sz="1900" b="0" i="0" kern="1200" baseline="0"/>
            <a:t> Đảm bảo dữ liệu từ AI luôn hiển thị đồng bộ trên giao diện người dùng.</a:t>
          </a:r>
          <a:endParaRPr lang="en-US" sz="1900" kern="1200"/>
        </a:p>
      </dsp:txBody>
      <dsp:txXfrm>
        <a:off x="1489728" y="2096846"/>
        <a:ext cx="5535874" cy="1577308"/>
      </dsp:txXfrm>
    </dsp:sp>
    <dsp:sp modelId="{060CEFD1-7738-4F42-9599-CADF01931F00}">
      <dsp:nvSpPr>
        <dsp:cNvPr id="0" name=""/>
        <dsp:cNvSpPr/>
      </dsp:nvSpPr>
      <dsp:spPr>
        <a:xfrm>
          <a:off x="7074674" y="1317091"/>
          <a:ext cx="1089043" cy="10890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319709" y="1317091"/>
        <a:ext cx="598973" cy="819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C8DDD-1912-4C43-9813-045C9FEA3D41}">
      <dsp:nvSpPr>
        <dsp:cNvPr id="0" name=""/>
        <dsp:cNvSpPr/>
      </dsp:nvSpPr>
      <dsp:spPr>
        <a:xfrm>
          <a:off x="1091" y="456955"/>
          <a:ext cx="742710" cy="742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3798A-8F08-4423-A56B-8A96C735D44A}">
      <dsp:nvSpPr>
        <dsp:cNvPr id="0" name=""/>
        <dsp:cNvSpPr/>
      </dsp:nvSpPr>
      <dsp:spPr>
        <a:xfrm>
          <a:off x="1091" y="1303321"/>
          <a:ext cx="2122031" cy="1087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 dirty="0" err="1"/>
            <a:t>Dockerization</a:t>
          </a:r>
          <a:r>
            <a:rPr lang="en-US" sz="1400" b="1" i="0" kern="1200" baseline="0" dirty="0"/>
            <a:t>: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Triển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khai</a:t>
          </a:r>
          <a:r>
            <a:rPr lang="en-US" sz="1400" b="0" i="0" kern="1200" baseline="0" dirty="0"/>
            <a:t> 1-click </a:t>
          </a:r>
          <a:r>
            <a:rPr lang="en-US" sz="1400" b="0" i="0" kern="1200" baseline="0" dirty="0" err="1"/>
            <a:t>với</a:t>
          </a:r>
          <a:r>
            <a:rPr lang="en-US" sz="1400" b="0" i="0" kern="1200" baseline="0" dirty="0"/>
            <a:t> </a:t>
          </a:r>
          <a:r>
            <a:rPr lang="en-US" sz="1400" b="1" i="1" kern="1200" baseline="0" dirty="0"/>
            <a:t>docker-compose</a:t>
          </a:r>
          <a:r>
            <a:rPr lang="en-US" sz="1400" b="0" i="0" kern="1200" baseline="0" dirty="0"/>
            <a:t>.</a:t>
          </a:r>
          <a:endParaRPr lang="en-US" sz="1400" kern="1200" dirty="0"/>
        </a:p>
      </dsp:txBody>
      <dsp:txXfrm>
        <a:off x="1091" y="1303321"/>
        <a:ext cx="2122031" cy="1087333"/>
      </dsp:txXfrm>
    </dsp:sp>
    <dsp:sp modelId="{CD19AE9E-2817-44E7-9509-D14AFF287ACF}">
      <dsp:nvSpPr>
        <dsp:cNvPr id="0" name=""/>
        <dsp:cNvSpPr/>
      </dsp:nvSpPr>
      <dsp:spPr>
        <a:xfrm>
          <a:off x="1091" y="2438867"/>
          <a:ext cx="2122031" cy="4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BACC67-4FB7-4D23-93AD-4D1A0CAD7102}">
      <dsp:nvSpPr>
        <dsp:cNvPr id="0" name=""/>
        <dsp:cNvSpPr/>
      </dsp:nvSpPr>
      <dsp:spPr>
        <a:xfrm>
          <a:off x="2494478" y="456955"/>
          <a:ext cx="742710" cy="742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551D12-9EEE-4ED8-895F-E21D937596FE}">
      <dsp:nvSpPr>
        <dsp:cNvPr id="0" name=""/>
        <dsp:cNvSpPr/>
      </dsp:nvSpPr>
      <dsp:spPr>
        <a:xfrm>
          <a:off x="2494478" y="1303321"/>
          <a:ext cx="2122031" cy="1087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 dirty="0"/>
            <a:t>Bảo </a:t>
          </a:r>
          <a:r>
            <a:rPr lang="en-US" sz="1400" b="1" i="0" kern="1200" baseline="0" dirty="0" err="1"/>
            <a:t>mật</a:t>
          </a:r>
          <a:r>
            <a:rPr lang="en-US" sz="1400" b="1" i="0" kern="1200" baseline="0" dirty="0"/>
            <a:t>: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Ẩn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danh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hóa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dữ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liệu</a:t>
          </a:r>
          <a:r>
            <a:rPr lang="en-US" sz="1400" b="0" i="0" kern="1200" baseline="0" dirty="0"/>
            <a:t> (Anonymization) </a:t>
          </a:r>
          <a:r>
            <a:rPr lang="en-US" sz="1400" b="0" i="0" kern="1200" baseline="0" dirty="0" err="1"/>
            <a:t>trước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khi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gửi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lên</a:t>
          </a:r>
          <a:r>
            <a:rPr lang="en-US" sz="1400" b="0" i="0" kern="1200" baseline="0" dirty="0"/>
            <a:t> Cloud AI.</a:t>
          </a:r>
          <a:endParaRPr lang="en-US" sz="1400" kern="1200" dirty="0"/>
        </a:p>
      </dsp:txBody>
      <dsp:txXfrm>
        <a:off x="2494478" y="1303321"/>
        <a:ext cx="2122031" cy="1087333"/>
      </dsp:txXfrm>
    </dsp:sp>
    <dsp:sp modelId="{FC5B6C57-97A1-405D-90EF-DF06590F182F}">
      <dsp:nvSpPr>
        <dsp:cNvPr id="0" name=""/>
        <dsp:cNvSpPr/>
      </dsp:nvSpPr>
      <dsp:spPr>
        <a:xfrm>
          <a:off x="2494478" y="2438867"/>
          <a:ext cx="2122031" cy="4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C7BF52-239F-4628-8413-D7BA6D9D8E27}">
      <dsp:nvSpPr>
        <dsp:cNvPr id="0" name=""/>
        <dsp:cNvSpPr/>
      </dsp:nvSpPr>
      <dsp:spPr>
        <a:xfrm>
          <a:off x="4987865" y="456955"/>
          <a:ext cx="742710" cy="742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A7BC9-8176-43F1-BC4E-E05F9CB6C63E}">
      <dsp:nvSpPr>
        <dsp:cNvPr id="0" name=""/>
        <dsp:cNvSpPr/>
      </dsp:nvSpPr>
      <dsp:spPr>
        <a:xfrm>
          <a:off x="4987865" y="1303321"/>
          <a:ext cx="2122031" cy="1087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 dirty="0" err="1"/>
            <a:t>Phân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quyền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người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dùng</a:t>
          </a:r>
          <a:r>
            <a:rPr lang="en-US" sz="1400" b="0" i="0" kern="1200" baseline="0" dirty="0"/>
            <a:t> (Role-based Access Control).</a:t>
          </a:r>
          <a:endParaRPr lang="en-US" sz="1400" kern="1200" dirty="0"/>
        </a:p>
      </dsp:txBody>
      <dsp:txXfrm>
        <a:off x="4987865" y="1303321"/>
        <a:ext cx="2122031" cy="1087333"/>
      </dsp:txXfrm>
    </dsp:sp>
    <dsp:sp modelId="{23997913-EC2E-4939-89BC-42DE5179F714}">
      <dsp:nvSpPr>
        <dsp:cNvPr id="0" name=""/>
        <dsp:cNvSpPr/>
      </dsp:nvSpPr>
      <dsp:spPr>
        <a:xfrm>
          <a:off x="4987865" y="2438867"/>
          <a:ext cx="2122031" cy="4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987865" y="2438867"/>
        <a:ext cx="2122031" cy="428671"/>
      </dsp:txXfrm>
    </dsp:sp>
    <dsp:sp modelId="{1B60931F-4662-490E-A151-0C819911B6CF}">
      <dsp:nvSpPr>
        <dsp:cNvPr id="0" name=""/>
        <dsp:cNvSpPr/>
      </dsp:nvSpPr>
      <dsp:spPr>
        <a:xfrm>
          <a:off x="7481251" y="456955"/>
          <a:ext cx="742710" cy="742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2B1F5-3B91-4DD2-8912-0897FE7E5536}">
      <dsp:nvSpPr>
        <dsp:cNvPr id="0" name=""/>
        <dsp:cNvSpPr/>
      </dsp:nvSpPr>
      <dsp:spPr>
        <a:xfrm>
          <a:off x="7481251" y="1303321"/>
          <a:ext cx="2122031" cy="1087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 dirty="0" err="1"/>
            <a:t>Mở</a:t>
          </a:r>
          <a:r>
            <a:rPr lang="en-US" sz="1400" b="1" i="0" kern="1200" baseline="0" dirty="0"/>
            <a:t> </a:t>
          </a:r>
          <a:r>
            <a:rPr lang="en-US" sz="1400" b="1" i="0" kern="1200" baseline="0" dirty="0" err="1"/>
            <a:t>rộng</a:t>
          </a:r>
          <a:r>
            <a:rPr lang="en-US" sz="1400" b="1" i="0" kern="1200" baseline="0" dirty="0"/>
            <a:t>: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Dễ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dàng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tích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hợp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thêm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các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bộ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luật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mới</a:t>
          </a:r>
          <a:r>
            <a:rPr lang="en-US" sz="1400" b="0" i="0" kern="1200" baseline="0" dirty="0"/>
            <a:t> (</a:t>
          </a:r>
          <a:r>
            <a:rPr lang="en-US" sz="1400" b="0" i="0" kern="1200" baseline="0" dirty="0" err="1"/>
            <a:t>ví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dụ</a:t>
          </a:r>
          <a:r>
            <a:rPr lang="en-US" sz="1400" b="0" i="0" kern="1200" baseline="0" dirty="0"/>
            <a:t>: </a:t>
          </a:r>
          <a:r>
            <a:rPr lang="en-US" sz="1400" b="0" i="0" kern="1200" baseline="0" dirty="0" err="1"/>
            <a:t>Luật</a:t>
          </a:r>
          <a:r>
            <a:rPr lang="en-US" sz="1400" b="0" i="0" kern="1200" baseline="0" dirty="0"/>
            <a:t> An </a:t>
          </a:r>
          <a:r>
            <a:rPr lang="en-US" sz="1400" b="0" i="0" kern="1200" baseline="0" dirty="0" err="1"/>
            <a:t>ninh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mạng</a:t>
          </a:r>
          <a:r>
            <a:rPr lang="en-US" sz="1400" b="0" i="0" kern="1200" baseline="0" dirty="0"/>
            <a:t> VN) </a:t>
          </a:r>
          <a:r>
            <a:rPr lang="en-US" sz="1400" b="0" i="0" kern="1200" baseline="0" dirty="0" err="1"/>
            <a:t>bằng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cách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cập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nhật</a:t>
          </a:r>
          <a:r>
            <a:rPr lang="en-US" sz="1400" b="0" i="0" kern="1200" baseline="0" dirty="0"/>
            <a:t> Prompt.</a:t>
          </a:r>
          <a:endParaRPr lang="en-US" sz="1400" kern="1200" dirty="0"/>
        </a:p>
      </dsp:txBody>
      <dsp:txXfrm>
        <a:off x="7481251" y="1303321"/>
        <a:ext cx="2122031" cy="1087333"/>
      </dsp:txXfrm>
    </dsp:sp>
    <dsp:sp modelId="{7749CEB4-92F1-4ABB-96CE-74389E079F33}">
      <dsp:nvSpPr>
        <dsp:cNvPr id="0" name=""/>
        <dsp:cNvSpPr/>
      </dsp:nvSpPr>
      <dsp:spPr>
        <a:xfrm>
          <a:off x="7481251" y="2438867"/>
          <a:ext cx="2122031" cy="4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DDB24-D925-40C8-AC45-6310DE7EE14A}">
      <dsp:nvSpPr>
        <dsp:cNvPr id="0" name=""/>
        <dsp:cNvSpPr/>
      </dsp:nvSpPr>
      <dsp:spPr>
        <a:xfrm>
          <a:off x="750" y="38282"/>
          <a:ext cx="3038884" cy="36466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200" kern="1200" dirty="0">
              <a:latin typeface="Aptos" panose="020B0004020202020204" pitchFamily="34" charset="0"/>
            </a:rPr>
            <a:t>Sử dụng </a:t>
          </a:r>
          <a:r>
            <a:rPr lang="vi-VN" sz="2200" b="1" kern="1200" dirty="0">
              <a:latin typeface="Aptos" panose="020B0004020202020204" pitchFamily="34" charset="0"/>
            </a:rPr>
            <a:t>Docker Compose</a:t>
          </a:r>
          <a:r>
            <a:rPr lang="vi-VN" sz="2200" kern="1200" dirty="0">
              <a:latin typeface="Aptos" panose="020B0004020202020204" pitchFamily="34" charset="0"/>
            </a:rPr>
            <a:t> để quản lý môi trường phát triển nhất quán.</a:t>
          </a:r>
          <a:endParaRPr lang="en-US" sz="2200" kern="1200" dirty="0">
            <a:latin typeface="Aptos" panose="020B0004020202020204" pitchFamily="34" charset="0"/>
          </a:endParaRPr>
        </a:p>
      </dsp:txBody>
      <dsp:txXfrm>
        <a:off x="750" y="1496947"/>
        <a:ext cx="3038884" cy="2187996"/>
      </dsp:txXfrm>
    </dsp:sp>
    <dsp:sp modelId="{6CAA1C26-49FD-4594-943B-C202AB218B72}">
      <dsp:nvSpPr>
        <dsp:cNvPr id="0" name=""/>
        <dsp:cNvSpPr/>
      </dsp:nvSpPr>
      <dsp:spPr>
        <a:xfrm>
          <a:off x="750" y="38282"/>
          <a:ext cx="3038884" cy="145866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750" y="38282"/>
        <a:ext cx="3038884" cy="1458664"/>
      </dsp:txXfrm>
    </dsp:sp>
    <dsp:sp modelId="{B3CC45E4-C03F-4EB7-A824-7C1C7FFBB149}">
      <dsp:nvSpPr>
        <dsp:cNvPr id="0" name=""/>
        <dsp:cNvSpPr/>
      </dsp:nvSpPr>
      <dsp:spPr>
        <a:xfrm>
          <a:off x="3282745" y="38282"/>
          <a:ext cx="3038884" cy="3646661"/>
        </a:xfrm>
        <a:prstGeom prst="rect">
          <a:avLst/>
        </a:prstGeom>
        <a:solidFill>
          <a:schemeClr val="accent2">
            <a:hueOff val="-1696488"/>
            <a:satOff val="5592"/>
            <a:lumOff val="5981"/>
            <a:alphaOff val="0"/>
          </a:schemeClr>
        </a:solidFill>
        <a:ln w="15875" cap="flat" cmpd="sng" algn="ctr">
          <a:solidFill>
            <a:schemeClr val="accent2">
              <a:hueOff val="-1696488"/>
              <a:satOff val="5592"/>
              <a:lumOff val="5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200" b="1" kern="1200" dirty="0">
              <a:latin typeface="Aptos" panose="020B0004020202020204" pitchFamily="34" charset="0"/>
            </a:rPr>
            <a:t>PostgreSQL 15-alpine</a:t>
          </a:r>
          <a:r>
            <a:rPr lang="vi-VN" sz="2200" kern="1200" dirty="0">
              <a:latin typeface="Aptos" panose="020B0004020202020204" pitchFamily="34" charset="0"/>
            </a:rPr>
            <a:t>: Lựa chọn tối ưu về hiệu suất và dung lượng.</a:t>
          </a:r>
          <a:endParaRPr lang="en-US" sz="2200" kern="1200" dirty="0">
            <a:latin typeface="Aptos" panose="020B0004020202020204" pitchFamily="34" charset="0"/>
          </a:endParaRPr>
        </a:p>
      </dsp:txBody>
      <dsp:txXfrm>
        <a:off x="3282745" y="1496947"/>
        <a:ext cx="3038884" cy="2187996"/>
      </dsp:txXfrm>
    </dsp:sp>
    <dsp:sp modelId="{200DDC02-D9B7-4F6E-81B6-038B2C24F8E9}">
      <dsp:nvSpPr>
        <dsp:cNvPr id="0" name=""/>
        <dsp:cNvSpPr/>
      </dsp:nvSpPr>
      <dsp:spPr>
        <a:xfrm>
          <a:off x="3282745" y="38282"/>
          <a:ext cx="3038884" cy="145866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282745" y="38282"/>
        <a:ext cx="3038884" cy="1458664"/>
      </dsp:txXfrm>
    </dsp:sp>
    <dsp:sp modelId="{EA644A6F-5DEC-4FD6-B951-E4603AAE8AB9}">
      <dsp:nvSpPr>
        <dsp:cNvPr id="0" name=""/>
        <dsp:cNvSpPr/>
      </dsp:nvSpPr>
      <dsp:spPr>
        <a:xfrm>
          <a:off x="6564740" y="38282"/>
          <a:ext cx="3038884" cy="3646661"/>
        </a:xfrm>
        <a:prstGeom prst="rect">
          <a:avLst/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Aptos" panose="020B0004020202020204" pitchFamily="34" charset="0"/>
            </a:rPr>
            <a:t>Data Persistence</a:t>
          </a:r>
          <a:r>
            <a:rPr lang="en-US" sz="2200" kern="1200" dirty="0">
              <a:latin typeface="Aptos" panose="020B0004020202020204" pitchFamily="34" charset="0"/>
            </a:rPr>
            <a:t>: </a:t>
          </a:r>
          <a:r>
            <a:rPr lang="en-US" sz="2200" kern="1200" dirty="0" err="1">
              <a:latin typeface="Aptos" panose="020B0004020202020204" pitchFamily="34" charset="0"/>
            </a:rPr>
            <a:t>Cấu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hình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i="1" kern="1200" dirty="0">
              <a:latin typeface="Aptos" panose="020B0004020202020204" pitchFamily="34" charset="0"/>
            </a:rPr>
            <a:t>Named Volumes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để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đảm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bảo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dữ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liệu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không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bị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mất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khi</a:t>
          </a:r>
          <a:r>
            <a:rPr lang="en-US" sz="2200" kern="1200" dirty="0">
              <a:latin typeface="Aptos" panose="020B0004020202020204" pitchFamily="34" charset="0"/>
            </a:rPr>
            <a:t> container </a:t>
          </a:r>
          <a:r>
            <a:rPr lang="en-US" sz="2200" kern="1200" dirty="0" err="1">
              <a:latin typeface="Aptos" panose="020B0004020202020204" pitchFamily="34" charset="0"/>
            </a:rPr>
            <a:t>khởi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động</a:t>
          </a:r>
          <a:r>
            <a:rPr lang="en-US" sz="2200" kern="1200" dirty="0">
              <a:latin typeface="Aptos" panose="020B0004020202020204" pitchFamily="34" charset="0"/>
            </a:rPr>
            <a:t> </a:t>
          </a:r>
          <a:r>
            <a:rPr lang="en-US" sz="2200" kern="1200" dirty="0" err="1">
              <a:latin typeface="Aptos" panose="020B0004020202020204" pitchFamily="34" charset="0"/>
            </a:rPr>
            <a:t>lại</a:t>
          </a:r>
          <a:r>
            <a:rPr lang="en-US" sz="2200" kern="1200" dirty="0">
              <a:latin typeface="Aptos" panose="020B0004020202020204" pitchFamily="34" charset="0"/>
            </a:rPr>
            <a:t>.</a:t>
          </a:r>
        </a:p>
      </dsp:txBody>
      <dsp:txXfrm>
        <a:off x="6564740" y="1496947"/>
        <a:ext cx="3038884" cy="2187996"/>
      </dsp:txXfrm>
    </dsp:sp>
    <dsp:sp modelId="{280A2227-98D3-43CE-8DF8-67AAAB2B2F92}">
      <dsp:nvSpPr>
        <dsp:cNvPr id="0" name=""/>
        <dsp:cNvSpPr/>
      </dsp:nvSpPr>
      <dsp:spPr>
        <a:xfrm>
          <a:off x="6564740" y="38282"/>
          <a:ext cx="3038884" cy="145866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564740" y="38282"/>
        <a:ext cx="3038884" cy="14586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D5195-8AEE-45B7-80B1-4776CFE9048C}">
      <dsp:nvSpPr>
        <dsp:cNvPr id="0" name=""/>
        <dsp:cNvSpPr/>
      </dsp:nvSpPr>
      <dsp:spPr>
        <a:xfrm>
          <a:off x="0" y="454"/>
          <a:ext cx="9604375" cy="10635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0B283F-E3EA-4262-B0FC-A3B879E23AD9}">
      <dsp:nvSpPr>
        <dsp:cNvPr id="0" name=""/>
        <dsp:cNvSpPr/>
      </dsp:nvSpPr>
      <dsp:spPr>
        <a:xfrm>
          <a:off x="321714" y="239746"/>
          <a:ext cx="584935" cy="5849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E6204-D755-47B8-B41B-143D59CF738B}">
      <dsp:nvSpPr>
        <dsp:cNvPr id="0" name=""/>
        <dsp:cNvSpPr/>
      </dsp:nvSpPr>
      <dsp:spPr>
        <a:xfrm>
          <a:off x="1228364" y="454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latin typeface="Aptos" panose="020B0004020202020204" pitchFamily="34" charset="0"/>
            </a:rPr>
            <a:t>Users</a:t>
          </a:r>
          <a:r>
            <a:rPr lang="en-US" sz="2500" kern="1200" dirty="0">
              <a:latin typeface="Aptos" panose="020B0004020202020204" pitchFamily="34" charset="0"/>
            </a:rPr>
            <a:t>: Quản </a:t>
          </a:r>
          <a:r>
            <a:rPr lang="en-US" sz="2500" kern="1200" dirty="0" err="1">
              <a:latin typeface="Aptos" panose="020B0004020202020204" pitchFamily="34" charset="0"/>
            </a:rPr>
            <a:t>lý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thông</a:t>
          </a:r>
          <a:r>
            <a:rPr lang="en-US" sz="2500" kern="1200" dirty="0">
              <a:latin typeface="Aptos" panose="020B0004020202020204" pitchFamily="34" charset="0"/>
            </a:rPr>
            <a:t> tin </a:t>
          </a:r>
          <a:r>
            <a:rPr lang="en-US" sz="2500" kern="1200" dirty="0" err="1">
              <a:latin typeface="Aptos" panose="020B0004020202020204" pitchFamily="34" charset="0"/>
            </a:rPr>
            <a:t>định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danh</a:t>
          </a:r>
          <a:r>
            <a:rPr lang="en-US" sz="2500" kern="1200" dirty="0">
              <a:latin typeface="Aptos" panose="020B0004020202020204" pitchFamily="34" charset="0"/>
            </a:rPr>
            <a:t> (ID, </a:t>
          </a:r>
          <a:r>
            <a:rPr lang="en-US" sz="2500" kern="1200" dirty="0" err="1">
              <a:latin typeface="Aptos" panose="020B0004020202020204" pitchFamily="34" charset="0"/>
            </a:rPr>
            <a:t>FullName</a:t>
          </a:r>
          <a:r>
            <a:rPr lang="en-US" sz="2500" kern="1200" dirty="0">
              <a:latin typeface="Aptos" panose="020B0004020202020204" pitchFamily="34" charset="0"/>
            </a:rPr>
            <a:t>, Email, Role).</a:t>
          </a:r>
        </a:p>
      </dsp:txBody>
      <dsp:txXfrm>
        <a:off x="1228364" y="454"/>
        <a:ext cx="8376010" cy="1063519"/>
      </dsp:txXfrm>
    </dsp:sp>
    <dsp:sp modelId="{AE151EF2-7CE1-49AA-BC67-C2E3F111C717}">
      <dsp:nvSpPr>
        <dsp:cNvPr id="0" name=""/>
        <dsp:cNvSpPr/>
      </dsp:nvSpPr>
      <dsp:spPr>
        <a:xfrm>
          <a:off x="0" y="1329853"/>
          <a:ext cx="9604375" cy="10635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91D3E-5ADE-4358-B5BF-650D8A6C603B}">
      <dsp:nvSpPr>
        <dsp:cNvPr id="0" name=""/>
        <dsp:cNvSpPr/>
      </dsp:nvSpPr>
      <dsp:spPr>
        <a:xfrm>
          <a:off x="321714" y="1569145"/>
          <a:ext cx="584935" cy="5849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898DB-510F-43AD-ADF8-8BC8549F931D}">
      <dsp:nvSpPr>
        <dsp:cNvPr id="0" name=""/>
        <dsp:cNvSpPr/>
      </dsp:nvSpPr>
      <dsp:spPr>
        <a:xfrm>
          <a:off x="1228364" y="13298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 dirty="0">
              <a:latin typeface="Aptos" panose="020B0004020202020204" pitchFamily="34" charset="0"/>
            </a:rPr>
            <a:t>Documents</a:t>
          </a:r>
          <a:r>
            <a:rPr lang="vi-VN" sz="2500" kern="1200" dirty="0">
              <a:latin typeface="Aptos" panose="020B0004020202020204" pitchFamily="34" charset="0"/>
            </a:rPr>
            <a:t>: Lưu trữ Metadata của tệp tin (FileName, FilePath, UploadedAt).</a:t>
          </a:r>
          <a:endParaRPr lang="en-US" sz="2500" kern="1200" dirty="0">
            <a:latin typeface="Aptos" panose="020B0004020202020204" pitchFamily="34" charset="0"/>
          </a:endParaRPr>
        </a:p>
      </dsp:txBody>
      <dsp:txXfrm>
        <a:off x="1228364" y="1329853"/>
        <a:ext cx="8376010" cy="1063519"/>
      </dsp:txXfrm>
    </dsp:sp>
    <dsp:sp modelId="{27B261F2-61D2-4970-B7AE-A630C499837D}">
      <dsp:nvSpPr>
        <dsp:cNvPr id="0" name=""/>
        <dsp:cNvSpPr/>
      </dsp:nvSpPr>
      <dsp:spPr>
        <a:xfrm>
          <a:off x="0" y="2659253"/>
          <a:ext cx="9604375" cy="10635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4F165-106B-4C9A-9DA3-59A1674F64DE}">
      <dsp:nvSpPr>
        <dsp:cNvPr id="0" name=""/>
        <dsp:cNvSpPr/>
      </dsp:nvSpPr>
      <dsp:spPr>
        <a:xfrm>
          <a:off x="321714" y="2898544"/>
          <a:ext cx="584935" cy="5849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55004-3683-4C54-99B9-AD3695B5201D}">
      <dsp:nvSpPr>
        <dsp:cNvPr id="0" name=""/>
        <dsp:cNvSpPr/>
      </dsp:nvSpPr>
      <dsp:spPr>
        <a:xfrm>
          <a:off x="1228364" y="26592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latin typeface="Aptos" panose="020B0004020202020204" pitchFamily="34" charset="0"/>
            </a:rPr>
            <a:t>Status Management</a:t>
          </a:r>
          <a:r>
            <a:rPr lang="en-US" sz="2500" kern="1200" dirty="0">
              <a:latin typeface="Aptos" panose="020B0004020202020204" pitchFamily="34" charset="0"/>
            </a:rPr>
            <a:t>: </a:t>
          </a:r>
          <a:r>
            <a:rPr lang="en-US" sz="2500" kern="1200" dirty="0" err="1">
              <a:latin typeface="Aptos" panose="020B0004020202020204" pitchFamily="34" charset="0"/>
            </a:rPr>
            <a:t>Thiết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lập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trạng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thái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mặc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định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là</a:t>
          </a:r>
          <a:r>
            <a:rPr lang="en-US" sz="2500" kern="1200" dirty="0">
              <a:latin typeface="Aptos" panose="020B0004020202020204" pitchFamily="34" charset="0"/>
            </a:rPr>
            <a:t> Pending </a:t>
          </a:r>
          <a:r>
            <a:rPr lang="en-US" sz="2500" kern="1200" dirty="0" err="1">
              <a:latin typeface="Aptos" panose="020B0004020202020204" pitchFamily="34" charset="0"/>
            </a:rPr>
            <a:t>để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chuẩn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bị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cho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luồng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xử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lý</a:t>
          </a:r>
          <a:r>
            <a:rPr lang="en-US" sz="2500" kern="1200" dirty="0">
              <a:latin typeface="Aptos" panose="020B0004020202020204" pitchFamily="34" charset="0"/>
            </a:rPr>
            <a:t> AI </a:t>
          </a:r>
          <a:r>
            <a:rPr lang="en-US" sz="2500" kern="1200" dirty="0" err="1">
              <a:latin typeface="Aptos" panose="020B0004020202020204" pitchFamily="34" charset="0"/>
            </a:rPr>
            <a:t>bất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đồng</a:t>
          </a:r>
          <a:r>
            <a:rPr lang="en-US" sz="2500" kern="1200" dirty="0">
              <a:latin typeface="Aptos" panose="020B0004020202020204" pitchFamily="34" charset="0"/>
            </a:rPr>
            <a:t> </a:t>
          </a:r>
          <a:r>
            <a:rPr lang="en-US" sz="2500" kern="1200" dirty="0" err="1">
              <a:latin typeface="Aptos" panose="020B0004020202020204" pitchFamily="34" charset="0"/>
            </a:rPr>
            <a:t>bộ</a:t>
          </a:r>
          <a:r>
            <a:rPr lang="en-US" sz="2500" kern="1200" dirty="0">
              <a:latin typeface="Aptos" panose="020B0004020202020204" pitchFamily="34" charset="0"/>
            </a:rPr>
            <a:t>.</a:t>
          </a:r>
        </a:p>
      </dsp:txBody>
      <dsp:txXfrm>
        <a:off x="1228364" y="2659253"/>
        <a:ext cx="8376010" cy="10635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4D0CA-311A-49C7-9E81-647E5B75787D}">
      <dsp:nvSpPr>
        <dsp:cNvPr id="0" name=""/>
        <dsp:cNvSpPr/>
      </dsp:nvSpPr>
      <dsp:spPr>
        <a:xfrm>
          <a:off x="0" y="753526"/>
          <a:ext cx="5913437" cy="13911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8EA16-8773-4CDF-8F67-8CB69BCC8DD0}">
      <dsp:nvSpPr>
        <dsp:cNvPr id="0" name=""/>
        <dsp:cNvSpPr/>
      </dsp:nvSpPr>
      <dsp:spPr>
        <a:xfrm>
          <a:off x="420815" y="1066530"/>
          <a:ext cx="765119" cy="7651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7D216-3FF4-4362-B411-8CB079BF7D44}">
      <dsp:nvSpPr>
        <dsp:cNvPr id="0" name=""/>
        <dsp:cNvSpPr/>
      </dsp:nvSpPr>
      <dsp:spPr>
        <a:xfrm>
          <a:off x="1606750" y="753526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Aptos" panose="020B0004020202020204" pitchFamily="34" charset="0"/>
            </a:rPr>
            <a:t>ASP.NET Core 9 Web API</a:t>
          </a:r>
          <a:r>
            <a:rPr lang="en-US" sz="2100" b="0" i="0" kern="1200" baseline="0" dirty="0">
              <a:latin typeface="Aptos" panose="020B0004020202020204" pitchFamily="34" charset="0"/>
            </a:rPr>
            <a:t>: </a:t>
          </a:r>
          <a:r>
            <a:rPr lang="en-US" sz="2100" b="0" i="0" kern="1200" baseline="0" dirty="0" err="1">
              <a:latin typeface="Aptos" panose="020B0004020202020204" pitchFamily="34" charset="0"/>
            </a:rPr>
            <a:t>Tận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dụng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hiệu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suất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mới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nhất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từ</a:t>
          </a:r>
          <a:r>
            <a:rPr lang="en-US" sz="2100" b="0" i="0" kern="1200" baseline="0" dirty="0">
              <a:latin typeface="Aptos" panose="020B0004020202020204" pitchFamily="34" charset="0"/>
            </a:rPr>
            <a:t> Microsoft.</a:t>
          </a:r>
          <a:endParaRPr lang="en-US" sz="2100" kern="1200" dirty="0">
            <a:latin typeface="Aptos" panose="020B0004020202020204" pitchFamily="34" charset="0"/>
          </a:endParaRPr>
        </a:p>
      </dsp:txBody>
      <dsp:txXfrm>
        <a:off x="1606750" y="753526"/>
        <a:ext cx="4306686" cy="1391126"/>
      </dsp:txXfrm>
    </dsp:sp>
    <dsp:sp modelId="{3DE20ECF-CD10-417E-8125-0909550F09B2}">
      <dsp:nvSpPr>
        <dsp:cNvPr id="0" name=""/>
        <dsp:cNvSpPr/>
      </dsp:nvSpPr>
      <dsp:spPr>
        <a:xfrm>
          <a:off x="0" y="2492434"/>
          <a:ext cx="5913437" cy="13911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E5E14-D2C0-4607-8725-A6059D12347F}">
      <dsp:nvSpPr>
        <dsp:cNvPr id="0" name=""/>
        <dsp:cNvSpPr/>
      </dsp:nvSpPr>
      <dsp:spPr>
        <a:xfrm>
          <a:off x="420815" y="2805438"/>
          <a:ext cx="765119" cy="7651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B1778-9741-4B94-A643-54B5D5C8F8C6}">
      <dsp:nvSpPr>
        <dsp:cNvPr id="0" name=""/>
        <dsp:cNvSpPr/>
      </dsp:nvSpPr>
      <dsp:spPr>
        <a:xfrm>
          <a:off x="1606750" y="2492434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Aptos" panose="020B0004020202020204" pitchFamily="34" charset="0"/>
            </a:rPr>
            <a:t>Entity Framework Core (EF Core)</a:t>
          </a:r>
          <a:r>
            <a:rPr lang="en-US" sz="2100" b="0" i="0" kern="1200" baseline="0" dirty="0">
              <a:latin typeface="Aptos" panose="020B0004020202020204" pitchFamily="34" charset="0"/>
            </a:rPr>
            <a:t>: </a:t>
          </a:r>
          <a:r>
            <a:rPr lang="en-US" sz="2100" b="0" i="0" kern="1200" baseline="0" dirty="0" err="1">
              <a:latin typeface="Aptos" panose="020B0004020202020204" pitchFamily="34" charset="0"/>
            </a:rPr>
            <a:t>Sử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dụng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phương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pháp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1" kern="1200" baseline="0" dirty="0">
              <a:latin typeface="Aptos" panose="020B0004020202020204" pitchFamily="34" charset="0"/>
            </a:rPr>
            <a:t>Code-First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để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quản</a:t>
          </a:r>
          <a:r>
            <a:rPr lang="en-US" sz="2100" b="0" i="0" kern="1200" baseline="0" dirty="0">
              <a:latin typeface="Aptos" panose="020B0004020202020204" pitchFamily="34" charset="0"/>
            </a:rPr>
            <a:t> </a:t>
          </a:r>
          <a:r>
            <a:rPr lang="en-US" sz="2100" b="0" i="0" kern="1200" baseline="0" dirty="0" err="1">
              <a:latin typeface="Aptos" panose="020B0004020202020204" pitchFamily="34" charset="0"/>
            </a:rPr>
            <a:t>lý</a:t>
          </a:r>
          <a:r>
            <a:rPr lang="en-US" sz="2100" b="0" i="0" kern="1200" baseline="0" dirty="0">
              <a:latin typeface="Aptos" panose="020B0004020202020204" pitchFamily="34" charset="0"/>
            </a:rPr>
            <a:t> Database Migration.</a:t>
          </a:r>
          <a:endParaRPr lang="en-US" sz="2100" kern="1200" dirty="0">
            <a:latin typeface="Aptos" panose="020B0004020202020204" pitchFamily="34" charset="0"/>
          </a:endParaRPr>
        </a:p>
      </dsp:txBody>
      <dsp:txXfrm>
        <a:off x="1606750" y="2492434"/>
        <a:ext cx="4306686" cy="13911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EE021-CD40-4990-9FDB-36048AAC6740}">
      <dsp:nvSpPr>
        <dsp:cNvPr id="0" name=""/>
        <dsp:cNvSpPr/>
      </dsp:nvSpPr>
      <dsp:spPr>
        <a:xfrm>
          <a:off x="0" y="753526"/>
          <a:ext cx="5913437" cy="13911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DA9DB-E412-48A9-BA7F-153DAB1D08BA}">
      <dsp:nvSpPr>
        <dsp:cNvPr id="0" name=""/>
        <dsp:cNvSpPr/>
      </dsp:nvSpPr>
      <dsp:spPr>
        <a:xfrm>
          <a:off x="420815" y="1066530"/>
          <a:ext cx="765119" cy="7651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80099-C136-462E-9C84-BADF7DB8548E}">
      <dsp:nvSpPr>
        <dsp:cNvPr id="0" name=""/>
        <dsp:cNvSpPr/>
      </dsp:nvSpPr>
      <dsp:spPr>
        <a:xfrm>
          <a:off x="1606750" y="753526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Tách biệt mã nguồn và dữ liệu lưu trữ (InternalStorage/Documents).</a:t>
          </a:r>
          <a:endParaRPr lang="en-US" sz="2400" kern="1200"/>
        </a:p>
      </dsp:txBody>
      <dsp:txXfrm>
        <a:off x="1606750" y="753526"/>
        <a:ext cx="4306686" cy="1391126"/>
      </dsp:txXfrm>
    </dsp:sp>
    <dsp:sp modelId="{53F800E9-328A-45E9-ADC3-AD1985E71274}">
      <dsp:nvSpPr>
        <dsp:cNvPr id="0" name=""/>
        <dsp:cNvSpPr/>
      </dsp:nvSpPr>
      <dsp:spPr>
        <a:xfrm>
          <a:off x="0" y="2492434"/>
          <a:ext cx="5913437" cy="13911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90D70-375F-4330-AC7B-4DC9E4F40D10}">
      <dsp:nvSpPr>
        <dsp:cNvPr id="0" name=""/>
        <dsp:cNvSpPr/>
      </dsp:nvSpPr>
      <dsp:spPr>
        <a:xfrm>
          <a:off x="420815" y="2805438"/>
          <a:ext cx="765119" cy="7651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ECABD-98A5-4D28-8283-8FF2E817E10D}">
      <dsp:nvSpPr>
        <dsp:cNvPr id="0" name=""/>
        <dsp:cNvSpPr/>
      </dsp:nvSpPr>
      <dsp:spPr>
        <a:xfrm>
          <a:off x="1606750" y="2492434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Quản lý cấu hình linh hoạt qua appsettings.json (LocalPath, ConnectionStrings).</a:t>
          </a:r>
          <a:endParaRPr lang="en-US" sz="2400" kern="1200"/>
        </a:p>
      </dsp:txBody>
      <dsp:txXfrm>
        <a:off x="1606750" y="2492434"/>
        <a:ext cx="4306686" cy="13911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AA9AB-F2AB-4952-964D-B0C6F93B210E}">
      <dsp:nvSpPr>
        <dsp:cNvPr id="0" name=""/>
        <dsp:cNvSpPr/>
      </dsp:nvSpPr>
      <dsp:spPr>
        <a:xfrm>
          <a:off x="0" y="569213"/>
          <a:ext cx="5913437" cy="1704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Dependency Injection (DI): Tiêm DbContext và Configuration vào Controller để tối ưu tài nguyên.</a:t>
          </a:r>
          <a:endParaRPr lang="en-US" sz="3100" kern="1200"/>
        </a:p>
      </dsp:txBody>
      <dsp:txXfrm>
        <a:off x="83216" y="652429"/>
        <a:ext cx="5747005" cy="1538258"/>
      </dsp:txXfrm>
    </dsp:sp>
    <dsp:sp modelId="{DFFA83DF-4F3E-4370-87E3-58D03E4C3643}">
      <dsp:nvSpPr>
        <dsp:cNvPr id="0" name=""/>
        <dsp:cNvSpPr/>
      </dsp:nvSpPr>
      <dsp:spPr>
        <a:xfrm>
          <a:off x="0" y="2363183"/>
          <a:ext cx="5913437" cy="170469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Xử lý bất đồng bộ (async/await) để tối ưu khả năng chịu tải của Server khi nhận tệp tin lớn.)</a:t>
          </a:r>
          <a:endParaRPr lang="en-US" sz="3100" kern="1200"/>
        </a:p>
      </dsp:txBody>
      <dsp:txXfrm>
        <a:off x="83216" y="2446399"/>
        <a:ext cx="5747005" cy="15382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4D0CA-311A-49C7-9E81-647E5B75787D}">
      <dsp:nvSpPr>
        <dsp:cNvPr id="0" name=""/>
        <dsp:cNvSpPr/>
      </dsp:nvSpPr>
      <dsp:spPr>
        <a:xfrm>
          <a:off x="0" y="1431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8EA16-8773-4CDF-8F67-8CB69BCC8DD0}">
      <dsp:nvSpPr>
        <dsp:cNvPr id="0" name=""/>
        <dsp:cNvSpPr/>
      </dsp:nvSpPr>
      <dsp:spPr>
        <a:xfrm>
          <a:off x="219505" y="164700"/>
          <a:ext cx="399100" cy="3991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7D216-3FF4-4362-B411-8CB079BF7D44}">
      <dsp:nvSpPr>
        <dsp:cNvPr id="0" name=""/>
        <dsp:cNvSpPr/>
      </dsp:nvSpPr>
      <dsp:spPr>
        <a:xfrm>
          <a:off x="838110" y="1431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Validation</a:t>
          </a:r>
          <a:r>
            <a:rPr lang="en-US" sz="2000" kern="1200"/>
            <a:t>: Kiểm tra tính hợp lệ và định dạng tệp tin từ Client.</a:t>
          </a:r>
        </a:p>
      </dsp:txBody>
      <dsp:txXfrm>
        <a:off x="838110" y="1431"/>
        <a:ext cx="8766264" cy="725636"/>
      </dsp:txXfrm>
    </dsp:sp>
    <dsp:sp modelId="{3B71A890-9793-4783-AF13-D3DBB34E2C42}">
      <dsp:nvSpPr>
        <dsp:cNvPr id="0" name=""/>
        <dsp:cNvSpPr/>
      </dsp:nvSpPr>
      <dsp:spPr>
        <a:xfrm>
          <a:off x="0" y="908477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14CC6-DCAF-4FA3-BB12-41C79AB9F8BA}">
      <dsp:nvSpPr>
        <dsp:cNvPr id="0" name=""/>
        <dsp:cNvSpPr/>
      </dsp:nvSpPr>
      <dsp:spPr>
        <a:xfrm>
          <a:off x="219505" y="1071745"/>
          <a:ext cx="399100" cy="3991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2E9B1-62AD-42B1-BEF4-89BD315BA2A8}">
      <dsp:nvSpPr>
        <dsp:cNvPr id="0" name=""/>
        <dsp:cNvSpPr/>
      </dsp:nvSpPr>
      <dsp:spPr>
        <a:xfrm>
          <a:off x="838110" y="908477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Unique Naming</a:t>
          </a:r>
          <a:r>
            <a:rPr lang="en-US" sz="2000" kern="1200"/>
            <a:t>: Chuyển đổi tên tệp gốc sang </a:t>
          </a:r>
          <a:r>
            <a:rPr lang="en-US" sz="2000" b="1" kern="1200"/>
            <a:t>GUID</a:t>
          </a:r>
          <a:r>
            <a:rPr lang="en-US" sz="2000" kern="1200"/>
            <a:t> (Globally Unique Identifier) để tránh trùng lặp và ngăn chặn tấn công </a:t>
          </a:r>
          <a:r>
            <a:rPr lang="en-US" sz="2000" i="1" kern="1200"/>
            <a:t>Path Traversal</a:t>
          </a:r>
          <a:r>
            <a:rPr lang="en-US" sz="2000" kern="1200"/>
            <a:t>.</a:t>
          </a:r>
        </a:p>
      </dsp:txBody>
      <dsp:txXfrm>
        <a:off x="838110" y="908477"/>
        <a:ext cx="8766264" cy="725636"/>
      </dsp:txXfrm>
    </dsp:sp>
    <dsp:sp modelId="{3CE324B6-5963-4F51-845A-A74424A3A387}">
      <dsp:nvSpPr>
        <dsp:cNvPr id="0" name=""/>
        <dsp:cNvSpPr/>
      </dsp:nvSpPr>
      <dsp:spPr>
        <a:xfrm>
          <a:off x="0" y="1815523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6A115-B354-4583-A513-B958CBFF4BCA}">
      <dsp:nvSpPr>
        <dsp:cNvPr id="0" name=""/>
        <dsp:cNvSpPr/>
      </dsp:nvSpPr>
      <dsp:spPr>
        <a:xfrm>
          <a:off x="219505" y="1978791"/>
          <a:ext cx="399100" cy="3991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7F9AE-9A6C-4C4F-BE1C-26759AD4CA96}">
      <dsp:nvSpPr>
        <dsp:cNvPr id="0" name=""/>
        <dsp:cNvSpPr/>
      </dsp:nvSpPr>
      <dsp:spPr>
        <a:xfrm>
          <a:off x="838110" y="1815523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 dirty="0"/>
            <a:t>Physical Storage</a:t>
          </a:r>
          <a:r>
            <a:rPr lang="vi-VN" sz="2000" kern="1200" dirty="0"/>
            <a:t>: Lưu tệp vật lý trực tiếp vào hệ thống lưu trữ nội bộ (Local Storage).</a:t>
          </a:r>
        </a:p>
      </dsp:txBody>
      <dsp:txXfrm>
        <a:off x="838110" y="1815523"/>
        <a:ext cx="8766264" cy="725636"/>
      </dsp:txXfrm>
    </dsp:sp>
    <dsp:sp modelId="{3DA7DE86-1C26-4DE3-8C94-54CCCF64D6D1}">
      <dsp:nvSpPr>
        <dsp:cNvPr id="0" name=""/>
        <dsp:cNvSpPr/>
      </dsp:nvSpPr>
      <dsp:spPr>
        <a:xfrm>
          <a:off x="0" y="2722569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8F54BE-5DA3-4289-98FD-800A6AA768A3}">
      <dsp:nvSpPr>
        <dsp:cNvPr id="0" name=""/>
        <dsp:cNvSpPr/>
      </dsp:nvSpPr>
      <dsp:spPr>
        <a:xfrm>
          <a:off x="219505" y="2885837"/>
          <a:ext cx="399100" cy="3991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D8EDB-F52B-4DF3-95CE-46D86F53FA02}">
      <dsp:nvSpPr>
        <dsp:cNvPr id="0" name=""/>
        <dsp:cNvSpPr/>
      </dsp:nvSpPr>
      <dsp:spPr>
        <a:xfrm>
          <a:off x="838110" y="2722569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Database Mapping</a:t>
          </a:r>
          <a:r>
            <a:rPr lang="en-US" sz="2000" kern="1200"/>
            <a:t>: Ghi nhận thông tin vào Postgres để đồng bộ hóa trạng thái giữa file và ứng dụng.</a:t>
          </a:r>
        </a:p>
      </dsp:txBody>
      <dsp:txXfrm>
        <a:off x="838110" y="2722569"/>
        <a:ext cx="8766264" cy="7256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C5318-1DFC-43DE-8E35-739AD8FEE6B3}">
      <dsp:nvSpPr>
        <dsp:cNvPr id="0" name=""/>
        <dsp:cNvSpPr/>
      </dsp:nvSpPr>
      <dsp:spPr>
        <a:xfrm>
          <a:off x="0" y="569213"/>
          <a:ext cx="5913437" cy="1704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 dirty="0" err="1"/>
            <a:t>Không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lưu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trữ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tệp</a:t>
          </a:r>
          <a:r>
            <a:rPr lang="en-US" sz="3100" b="0" i="0" kern="1200" baseline="0" dirty="0"/>
            <a:t> tin </a:t>
          </a:r>
          <a:r>
            <a:rPr lang="en-US" sz="3100" b="0" i="0" kern="1200" baseline="0" dirty="0" err="1"/>
            <a:t>trên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dịch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vụ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bên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thứ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ba</a:t>
          </a:r>
          <a:r>
            <a:rPr lang="en-US" sz="3100" b="0" i="0" kern="1200" baseline="0" dirty="0"/>
            <a:t> (</a:t>
          </a:r>
          <a:r>
            <a:rPr lang="en-US" sz="3100" b="0" i="0" kern="1200" baseline="0" dirty="0" err="1"/>
            <a:t>đảm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bảo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tính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riêng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tư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cho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dữ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liệu</a:t>
          </a:r>
          <a:r>
            <a:rPr lang="en-US" sz="3100" b="0" i="0" kern="1200" baseline="0" dirty="0"/>
            <a:t> Compliance).</a:t>
          </a:r>
          <a:endParaRPr lang="en-US" sz="3100" kern="1200" dirty="0"/>
        </a:p>
      </dsp:txBody>
      <dsp:txXfrm>
        <a:off x="83216" y="652429"/>
        <a:ext cx="5747005" cy="1538258"/>
      </dsp:txXfrm>
    </dsp:sp>
    <dsp:sp modelId="{46C8AF7B-474B-4F24-BAB8-69E41B4F9115}">
      <dsp:nvSpPr>
        <dsp:cNvPr id="0" name=""/>
        <dsp:cNvSpPr/>
      </dsp:nvSpPr>
      <dsp:spPr>
        <a:xfrm>
          <a:off x="0" y="2363183"/>
          <a:ext cx="5913437" cy="170469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Kiểm soát chặt chẽ đường dẫn lưu trữ thông qua cấu hình hệ thống.</a:t>
          </a:r>
          <a:endParaRPr lang="en-US" sz="3100" kern="1200"/>
        </a:p>
      </dsp:txBody>
      <dsp:txXfrm>
        <a:off x="83216" y="2446399"/>
        <a:ext cx="5747005" cy="15382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2ED2F-DEBE-4EC7-B08B-0CD566663171}">
      <dsp:nvSpPr>
        <dsp:cNvPr id="0" name=""/>
        <dsp:cNvSpPr/>
      </dsp:nvSpPr>
      <dsp:spPr>
        <a:xfrm>
          <a:off x="1172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67B82B-BF98-4421-A5CF-B4CEB36A0C28}">
      <dsp:nvSpPr>
        <dsp:cNvPr id="0" name=""/>
        <dsp:cNvSpPr/>
      </dsp:nvSpPr>
      <dsp:spPr>
        <a:xfrm>
          <a:off x="458411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1" kern="1200" baseline="0"/>
            <a:t>Vấn đề:</a:t>
          </a:r>
          <a:r>
            <a:rPr lang="en-US" sz="2600" b="0" i="0" kern="1200" baseline="0"/>
            <a:t> Lỗi khi lưu Document mà chưa có thông tin User.</a:t>
          </a:r>
          <a:endParaRPr lang="en-US" sz="2600" kern="1200"/>
        </a:p>
      </dsp:txBody>
      <dsp:txXfrm>
        <a:off x="534947" y="649409"/>
        <a:ext cx="3962083" cy="2460051"/>
      </dsp:txXfrm>
    </dsp:sp>
    <dsp:sp modelId="{60E0B147-0CFA-4534-8889-D12DB0AA6746}">
      <dsp:nvSpPr>
        <dsp:cNvPr id="0" name=""/>
        <dsp:cNvSpPr/>
      </dsp:nvSpPr>
      <dsp:spPr>
        <a:xfrm>
          <a:off x="5030807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EB17AB-7E46-401F-9E38-E038C306453F}">
      <dsp:nvSpPr>
        <dsp:cNvPr id="0" name=""/>
        <dsp:cNvSpPr/>
      </dsp:nvSpPr>
      <dsp:spPr>
        <a:xfrm>
          <a:off x="5488046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1" kern="1200" baseline="0"/>
            <a:t>Giải pháp:</a:t>
          </a:r>
          <a:r>
            <a:rPr lang="en-US" sz="2600" b="0" i="0" kern="1200" baseline="0"/>
            <a:t> Triển khai </a:t>
          </a:r>
          <a:r>
            <a:rPr lang="en-US" sz="2600" b="1" i="0" kern="1200" baseline="0"/>
            <a:t>Seed Data</a:t>
          </a:r>
          <a:r>
            <a:rPr lang="en-US" sz="2600" b="0" i="0" kern="1200" baseline="0"/>
            <a:t> (User mặc định) để đảm bảo tính toàn vẹn dữ liệu trong giai đoạn phát triển module.</a:t>
          </a:r>
          <a:endParaRPr lang="en-US" sz="2600" kern="1200"/>
        </a:p>
      </dsp:txBody>
      <dsp:txXfrm>
        <a:off x="5564582" y="649409"/>
        <a:ext cx="3962083" cy="24600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5B2CE-57EE-4F3F-BF0C-E1D28D994400}">
      <dsp:nvSpPr>
        <dsp:cNvPr id="0" name=""/>
        <dsp:cNvSpPr/>
      </dsp:nvSpPr>
      <dsp:spPr>
        <a:xfrm>
          <a:off x="1172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BEF205-A7A3-40BD-9D57-E7E46E2EE2AB}">
      <dsp:nvSpPr>
        <dsp:cNvPr id="0" name=""/>
        <dsp:cNvSpPr/>
      </dsp:nvSpPr>
      <dsp:spPr>
        <a:xfrm>
          <a:off x="458411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1" kern="1200" baseline="0" dirty="0" err="1"/>
            <a:t>Vấn</a:t>
          </a:r>
          <a:r>
            <a:rPr lang="en-US" sz="2500" b="0" i="1" kern="1200" baseline="0" dirty="0"/>
            <a:t> </a:t>
          </a:r>
          <a:r>
            <a:rPr lang="en-US" sz="2500" b="0" i="1" kern="1200" baseline="0" dirty="0" err="1"/>
            <a:t>đề</a:t>
          </a:r>
          <a:r>
            <a:rPr lang="en-US" sz="2500" b="0" i="1" kern="1200" baseline="0" dirty="0"/>
            <a:t>: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Sự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khác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biệt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giữa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đặt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tên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trong</a:t>
          </a:r>
          <a:r>
            <a:rPr lang="en-US" sz="2500" b="0" i="0" kern="1200" baseline="0" dirty="0"/>
            <a:t> C# (</a:t>
          </a:r>
          <a:r>
            <a:rPr lang="en-US" sz="2500" b="0" i="0" kern="1200" baseline="0" dirty="0" err="1"/>
            <a:t>PascalCase</a:t>
          </a:r>
          <a:r>
            <a:rPr lang="en-US" sz="2500" b="0" i="0" kern="1200" baseline="0" dirty="0"/>
            <a:t>) </a:t>
          </a:r>
          <a:r>
            <a:rPr lang="en-US" sz="2500" b="0" i="0" kern="1200" baseline="0" dirty="0" err="1"/>
            <a:t>và</a:t>
          </a:r>
          <a:r>
            <a:rPr lang="en-US" sz="2500" b="0" i="0" kern="1200" baseline="0" dirty="0"/>
            <a:t> PostgreSQL (</a:t>
          </a:r>
          <a:r>
            <a:rPr lang="en-US" sz="2500" b="0" i="0" kern="1200" baseline="0" dirty="0" err="1"/>
            <a:t>Snake_case</a:t>
          </a:r>
          <a:r>
            <a:rPr lang="en-US" sz="2500" b="0" i="0" kern="1200" baseline="0" dirty="0"/>
            <a:t>/</a:t>
          </a:r>
          <a:r>
            <a:rPr lang="en-US" sz="2500" b="0" i="0" kern="1200" baseline="0" dirty="0" err="1"/>
            <a:t>Lower_case</a:t>
          </a:r>
          <a:r>
            <a:rPr lang="en-US" sz="2500" b="0" i="0" kern="1200" baseline="0" dirty="0"/>
            <a:t>).</a:t>
          </a:r>
          <a:endParaRPr lang="en-US" sz="2500" kern="1200" dirty="0"/>
        </a:p>
      </dsp:txBody>
      <dsp:txXfrm>
        <a:off x="534947" y="649409"/>
        <a:ext cx="3962083" cy="2460051"/>
      </dsp:txXfrm>
    </dsp:sp>
    <dsp:sp modelId="{D8BC7813-34D7-457F-AF04-8227ADC68D02}">
      <dsp:nvSpPr>
        <dsp:cNvPr id="0" name=""/>
        <dsp:cNvSpPr/>
      </dsp:nvSpPr>
      <dsp:spPr>
        <a:xfrm>
          <a:off x="5030807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3BDB15-4DCC-4499-83B7-A51680498DA2}">
      <dsp:nvSpPr>
        <dsp:cNvPr id="0" name=""/>
        <dsp:cNvSpPr/>
      </dsp:nvSpPr>
      <dsp:spPr>
        <a:xfrm>
          <a:off x="5488046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1" kern="1200" baseline="0" dirty="0" err="1"/>
            <a:t>Giải</a:t>
          </a:r>
          <a:r>
            <a:rPr lang="en-US" sz="2500" b="0" i="1" kern="1200" baseline="0" dirty="0"/>
            <a:t> </a:t>
          </a:r>
          <a:r>
            <a:rPr lang="en-US" sz="2500" b="0" i="1" kern="1200" baseline="0" dirty="0" err="1"/>
            <a:t>pháp</a:t>
          </a:r>
          <a:r>
            <a:rPr lang="en-US" sz="2500" b="0" i="1" kern="1200" baseline="0" dirty="0"/>
            <a:t>: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Sử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dụng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information_schema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để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kiểm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tra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cấu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trúc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thực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tế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và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điều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chỉnh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câu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lệnh</a:t>
          </a:r>
          <a:r>
            <a:rPr lang="en-US" sz="2500" b="0" i="0" kern="1200" baseline="0" dirty="0"/>
            <a:t> SQL/Mapping </a:t>
          </a:r>
          <a:r>
            <a:rPr lang="en-US" sz="2500" b="0" i="0" kern="1200" baseline="0" dirty="0" err="1"/>
            <a:t>chính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xác</a:t>
          </a:r>
          <a:r>
            <a:rPr lang="en-US" sz="2500" b="0" i="0" kern="1200" baseline="0" dirty="0"/>
            <a:t>.</a:t>
          </a:r>
          <a:endParaRPr lang="en-US" sz="2500" kern="1200" dirty="0"/>
        </a:p>
      </dsp:txBody>
      <dsp:txXfrm>
        <a:off x="5564582" y="649409"/>
        <a:ext cx="3962083" cy="246005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9024-6316-4090-AD9F-14069FDB689A}">
      <dsp:nvSpPr>
        <dsp:cNvPr id="0" name=""/>
        <dsp:cNvSpPr/>
      </dsp:nvSpPr>
      <dsp:spPr>
        <a:xfrm>
          <a:off x="0" y="566"/>
          <a:ext cx="5913437" cy="13245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7FC18-9CE3-4FF3-B649-FC9F3EE997B8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32031-EF63-4680-B468-327AC5DC5F89}">
      <dsp:nvSpPr>
        <dsp:cNvPr id="0" name=""/>
        <dsp:cNvSpPr/>
      </dsp:nvSpPr>
      <dsp:spPr>
        <a:xfrm>
          <a:off x="1529865" y="566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Hệ thống Backend + Database hoàn chỉnh, hoạt động ổn định trên Docker.</a:t>
          </a:r>
          <a:endParaRPr lang="en-US" sz="2400" kern="1200"/>
        </a:p>
      </dsp:txBody>
      <dsp:txXfrm>
        <a:off x="1529865" y="566"/>
        <a:ext cx="4383571" cy="1324558"/>
      </dsp:txXfrm>
    </dsp:sp>
    <dsp:sp modelId="{A7D2BB8E-61EB-46F1-9810-F903292AFC1B}">
      <dsp:nvSpPr>
        <dsp:cNvPr id="0" name=""/>
        <dsp:cNvSpPr/>
      </dsp:nvSpPr>
      <dsp:spPr>
        <a:xfrm>
          <a:off x="0" y="1656264"/>
          <a:ext cx="5913437" cy="13245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C70FB-E82C-4115-9EB8-666E1B765BEF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35CF1-D60E-4573-A1C6-075389CB4DA3}">
      <dsp:nvSpPr>
        <dsp:cNvPr id="0" name=""/>
        <dsp:cNvSpPr/>
      </dsp:nvSpPr>
      <dsp:spPr>
        <a:xfrm>
          <a:off x="1529865" y="1656264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API Upload đạt chuẩn RESTful, tích hợp đầy đủ Swagger UI để kiểm thử.</a:t>
          </a:r>
          <a:endParaRPr lang="en-US" sz="2400" kern="1200"/>
        </a:p>
      </dsp:txBody>
      <dsp:txXfrm>
        <a:off x="1529865" y="1656264"/>
        <a:ext cx="4383571" cy="1324558"/>
      </dsp:txXfrm>
    </dsp:sp>
    <dsp:sp modelId="{194ED950-F178-4C78-B7F0-45374F6CCDDB}">
      <dsp:nvSpPr>
        <dsp:cNvPr id="0" name=""/>
        <dsp:cNvSpPr/>
      </dsp:nvSpPr>
      <dsp:spPr>
        <a:xfrm>
          <a:off x="0" y="3311963"/>
          <a:ext cx="5913437" cy="13245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D338E-F436-4AAB-B14F-E00A2A1150AB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3236D-4987-44EF-B7DC-2EFB71EEEF51}">
      <dsp:nvSpPr>
        <dsp:cNvPr id="0" name=""/>
        <dsp:cNvSpPr/>
      </dsp:nvSpPr>
      <dsp:spPr>
        <a:xfrm>
          <a:off x="1529865" y="3311963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Dữ liệu được lưu trữ chính xác cả ở dạng vật lý (File) và dạng logic (Database).</a:t>
          </a:r>
          <a:endParaRPr lang="en-US" sz="2400" kern="1200"/>
        </a:p>
      </dsp:txBody>
      <dsp:txXfrm>
        <a:off x="1529865" y="3311963"/>
        <a:ext cx="4383571" cy="13245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9FD2C-AD06-4220-889E-B19ECFB7CD69}">
      <dsp:nvSpPr>
        <dsp:cNvPr id="0" name=""/>
        <dsp:cNvSpPr/>
      </dsp:nvSpPr>
      <dsp:spPr>
        <a:xfrm>
          <a:off x="0" y="3622"/>
          <a:ext cx="5913437" cy="7716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A1EEE65-87D1-4CCB-BFE3-F56AB25CE497}">
      <dsp:nvSpPr>
        <dsp:cNvPr id="0" name=""/>
        <dsp:cNvSpPr/>
      </dsp:nvSpPr>
      <dsp:spPr>
        <a:xfrm>
          <a:off x="233421" y="177241"/>
          <a:ext cx="424402" cy="424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18BE9B-7BF9-42AC-B36C-6D8DF6B04D3A}">
      <dsp:nvSpPr>
        <dsp:cNvPr id="0" name=""/>
        <dsp:cNvSpPr/>
      </dsp:nvSpPr>
      <dsp:spPr>
        <a:xfrm>
          <a:off x="891244" y="3622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Tận dụng hệ sinh thái AI/ML mạnh mẽ của Python.</a:t>
          </a:r>
          <a:endParaRPr lang="en-US" sz="1900" kern="1200"/>
        </a:p>
      </dsp:txBody>
      <dsp:txXfrm>
        <a:off x="891244" y="3622"/>
        <a:ext cx="5022192" cy="771640"/>
      </dsp:txXfrm>
    </dsp:sp>
    <dsp:sp modelId="{15064B75-A411-486B-9B11-46C1303C1C52}">
      <dsp:nvSpPr>
        <dsp:cNvPr id="0" name=""/>
        <dsp:cNvSpPr/>
      </dsp:nvSpPr>
      <dsp:spPr>
        <a:xfrm>
          <a:off x="0" y="968173"/>
          <a:ext cx="5913437" cy="7716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AE6A128-3EBC-4820-8C02-3F037B93EC59}">
      <dsp:nvSpPr>
        <dsp:cNvPr id="0" name=""/>
        <dsp:cNvSpPr/>
      </dsp:nvSpPr>
      <dsp:spPr>
        <a:xfrm>
          <a:off x="233421" y="1141792"/>
          <a:ext cx="424402" cy="424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90194E-DC70-4006-A716-7F2A295E8AB8}">
      <dsp:nvSpPr>
        <dsp:cNvPr id="0" name=""/>
        <dsp:cNvSpPr/>
      </dsp:nvSpPr>
      <dsp:spPr>
        <a:xfrm>
          <a:off x="891244" y="96817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FastAPI cung cấp hiệu năng vượt trội và tự động sinh Swagger UI cho dịch vụ AI.</a:t>
          </a:r>
          <a:endParaRPr lang="en-US" sz="1900" kern="1200"/>
        </a:p>
      </dsp:txBody>
      <dsp:txXfrm>
        <a:off x="891244" y="968173"/>
        <a:ext cx="5022192" cy="771640"/>
      </dsp:txXfrm>
    </dsp:sp>
    <dsp:sp modelId="{4D81A9FD-3B5D-46DF-A839-D53A6FA1D89B}">
      <dsp:nvSpPr>
        <dsp:cNvPr id="0" name=""/>
        <dsp:cNvSpPr/>
      </dsp:nvSpPr>
      <dsp:spPr>
        <a:xfrm>
          <a:off x="0" y="1932723"/>
          <a:ext cx="5913437" cy="7716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25FAF04-56AE-4E56-B18F-D1A80062E886}">
      <dsp:nvSpPr>
        <dsp:cNvPr id="0" name=""/>
        <dsp:cNvSpPr/>
      </dsp:nvSpPr>
      <dsp:spPr>
        <a:xfrm>
          <a:off x="233421" y="2106342"/>
          <a:ext cx="424402" cy="424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FB7AB0-E757-4301-8FE1-600B9595C96F}">
      <dsp:nvSpPr>
        <dsp:cNvPr id="0" name=""/>
        <dsp:cNvSpPr/>
      </dsp:nvSpPr>
      <dsp:spPr>
        <a:xfrm>
          <a:off x="891244" y="193272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Xử lý tệp tin (Text Extraction):</a:t>
          </a:r>
          <a:endParaRPr lang="en-US" sz="1900" kern="1200"/>
        </a:p>
      </dsp:txBody>
      <dsp:txXfrm>
        <a:off x="891244" y="1932723"/>
        <a:ext cx="5022192" cy="771640"/>
      </dsp:txXfrm>
    </dsp:sp>
    <dsp:sp modelId="{C33615AB-1AE6-415E-A223-7E2E97C23A5A}">
      <dsp:nvSpPr>
        <dsp:cNvPr id="0" name=""/>
        <dsp:cNvSpPr/>
      </dsp:nvSpPr>
      <dsp:spPr>
        <a:xfrm>
          <a:off x="0" y="2897274"/>
          <a:ext cx="5913437" cy="7716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AA486F3-4AAE-43AB-87FB-E237F9DB54D6}">
      <dsp:nvSpPr>
        <dsp:cNvPr id="0" name=""/>
        <dsp:cNvSpPr/>
      </dsp:nvSpPr>
      <dsp:spPr>
        <a:xfrm>
          <a:off x="233421" y="3070893"/>
          <a:ext cx="424402" cy="424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2FA1DF-D759-4948-B38E-BA1B6FCAA00E}">
      <dsp:nvSpPr>
        <dsp:cNvPr id="0" name=""/>
        <dsp:cNvSpPr/>
      </dsp:nvSpPr>
      <dsp:spPr>
        <a:xfrm>
          <a:off x="891244" y="289727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Sử dụng </a:t>
          </a:r>
          <a:r>
            <a:rPr lang="en-US" sz="1900" b="1" i="0" kern="1200" baseline="0"/>
            <a:t>PyMuPDF (fitz)</a:t>
          </a:r>
          <a:r>
            <a:rPr lang="en-US" sz="1900" b="0" i="0" kern="1200" baseline="0"/>
            <a:t> để trích xuất văn bản từ tệp PDF với độ chính xác cao nhất.</a:t>
          </a:r>
          <a:endParaRPr lang="en-US" sz="1900" kern="1200"/>
        </a:p>
      </dsp:txBody>
      <dsp:txXfrm>
        <a:off x="891244" y="2897274"/>
        <a:ext cx="5022192" cy="771640"/>
      </dsp:txXfrm>
    </dsp:sp>
    <dsp:sp modelId="{41225981-0EC2-4A53-BC62-81F5959F307A}">
      <dsp:nvSpPr>
        <dsp:cNvPr id="0" name=""/>
        <dsp:cNvSpPr/>
      </dsp:nvSpPr>
      <dsp:spPr>
        <a:xfrm>
          <a:off x="0" y="3861824"/>
          <a:ext cx="5913437" cy="7716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7315789-896C-4C77-99AA-2E919C7F01BB}">
      <dsp:nvSpPr>
        <dsp:cNvPr id="0" name=""/>
        <dsp:cNvSpPr/>
      </dsp:nvSpPr>
      <dsp:spPr>
        <a:xfrm>
          <a:off x="233421" y="4035443"/>
          <a:ext cx="424402" cy="424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A94723-8861-4909-9D63-659B392D7845}">
      <dsp:nvSpPr>
        <dsp:cNvPr id="0" name=""/>
        <dsp:cNvSpPr/>
      </dsp:nvSpPr>
      <dsp:spPr>
        <a:xfrm>
          <a:off x="891244" y="386182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Xử lý các tệp tin có cấu trúc phức tạp, bảng biểu và văn bản pháp lý.</a:t>
          </a:r>
          <a:endParaRPr lang="en-US" sz="1900" kern="1200"/>
        </a:p>
      </dsp:txBody>
      <dsp:txXfrm>
        <a:off x="891244" y="3861824"/>
        <a:ext cx="5022192" cy="7716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97F06-E593-406B-A708-AC0802645873}">
      <dsp:nvSpPr>
        <dsp:cNvPr id="0" name=""/>
        <dsp:cNvSpPr/>
      </dsp:nvSpPr>
      <dsp:spPr>
        <a:xfrm>
          <a:off x="0" y="359331"/>
          <a:ext cx="5140945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994" tIns="270764" rIns="39899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Hoàn thiện luồng dữ liệu khép kín: </a:t>
          </a:r>
          <a:r>
            <a:rPr lang="en-US" sz="1300" b="1" i="0" kern="1200" baseline="0"/>
            <a:t>User -&gt; .NET API -&gt; Local Storage -&gt; Python AI -&gt; Database</a:t>
          </a:r>
          <a:r>
            <a:rPr lang="en-US" sz="1300" b="0" i="0" kern="1200" baseline="0"/>
            <a:t>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Đảm bảo bảo mật dữ liệu tuyệt đối (Dữ liệu không rời khỏi hạ tầng nội bộ ngoại trừ việc gửi sang AI API đã được mã hóa).</a:t>
          </a:r>
          <a:endParaRPr lang="en-US" sz="1300" kern="1200"/>
        </a:p>
      </dsp:txBody>
      <dsp:txXfrm>
        <a:off x="0" y="359331"/>
        <a:ext cx="5140945" cy="1310400"/>
      </dsp:txXfrm>
    </dsp:sp>
    <dsp:sp modelId="{2FB3284B-1A3C-4D8D-9831-7A42B796E654}">
      <dsp:nvSpPr>
        <dsp:cNvPr id="0" name=""/>
        <dsp:cNvSpPr/>
      </dsp:nvSpPr>
      <dsp:spPr>
        <a:xfrm>
          <a:off x="257047" y="167451"/>
          <a:ext cx="3598661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21" tIns="0" rIns="1360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Kết quả đạt được:</a:t>
          </a:r>
          <a:endParaRPr lang="en-US" sz="1300" kern="1200"/>
        </a:p>
      </dsp:txBody>
      <dsp:txXfrm>
        <a:off x="275781" y="186185"/>
        <a:ext cx="3561193" cy="346292"/>
      </dsp:txXfrm>
    </dsp:sp>
    <dsp:sp modelId="{9D6712C1-F7A0-401A-8DD9-F356C5EBAA17}">
      <dsp:nvSpPr>
        <dsp:cNvPr id="0" name=""/>
        <dsp:cNvSpPr/>
      </dsp:nvSpPr>
      <dsp:spPr>
        <a:xfrm>
          <a:off x="0" y="1931811"/>
          <a:ext cx="5140945" cy="1351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994" tIns="270764" rIns="39899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Xây dựng Dashboard trực quan bằng </a:t>
          </a:r>
          <a:r>
            <a:rPr lang="en-US" sz="1300" b="1" i="0" kern="1200" baseline="0"/>
            <a:t>Blazor/React</a:t>
          </a:r>
          <a:r>
            <a:rPr lang="en-US" sz="1300" b="0" i="0" kern="1200" baseline="0"/>
            <a:t> để hiển thị bản đồ rủi ro (Risk Map).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Hỗ trợ đa tiêu chuẩn tuân thủ: GDPR, ISO 27001, HIPAA.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Hệ thống cảnh báo thời gian thực khi phát hiện hợp đồng có rủi ro cao.</a:t>
          </a:r>
          <a:endParaRPr lang="en-US" sz="1300" kern="1200"/>
        </a:p>
      </dsp:txBody>
      <dsp:txXfrm>
        <a:off x="0" y="1931811"/>
        <a:ext cx="5140945" cy="1351350"/>
      </dsp:txXfrm>
    </dsp:sp>
    <dsp:sp modelId="{F9E0745D-A163-4A87-AAFC-FA579D7D5551}">
      <dsp:nvSpPr>
        <dsp:cNvPr id="0" name=""/>
        <dsp:cNvSpPr/>
      </dsp:nvSpPr>
      <dsp:spPr>
        <a:xfrm>
          <a:off x="257047" y="1739931"/>
          <a:ext cx="3598661" cy="383760"/>
        </a:xfrm>
        <a:prstGeom prst="roundRect">
          <a:avLst/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21" tIns="0" rIns="1360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Hướng phát triển (Phase 3):</a:t>
          </a:r>
          <a:endParaRPr lang="en-US" sz="1300" kern="1200"/>
        </a:p>
      </dsp:txBody>
      <dsp:txXfrm>
        <a:off x="275781" y="1758665"/>
        <a:ext cx="3561193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7D937BB4-1F75-4421-B729-FD54A2774D2D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5DC19F7F-4341-4E27-9136-98A7BCD9F10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74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19F7F-4341-4E27-9136-98A7BCD9F1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1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30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520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63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49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9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36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5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6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64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0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CBADCD0C-42BB-4A27-9D6B-BC722FAB153D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fld id="{BFAFF495-C3CB-4D86-BC86-2250C9108D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90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BDFFB06-5194-E488-FF62-576C5F1859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3"/>
          <a:stretch>
            <a:fillRect/>
          </a:stretch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C7DC5B-1468-C0B8-EA3B-33CC1BABF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636" y="0"/>
            <a:ext cx="6247308" cy="4873558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Aptos" panose="020B0004020202020204" pitchFamily="34" charset="0"/>
              </a:rPr>
              <a:t>AI-Powered Compliance Report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1603A-4FF4-1D6C-21C8-A556C2104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6" y="-10"/>
            <a:ext cx="3363901" cy="4864780"/>
          </a:xfrm>
        </p:spPr>
        <p:txBody>
          <a:bodyPr anchor="ctr">
            <a:normAutofit/>
          </a:bodyPr>
          <a:lstStyle/>
          <a:p>
            <a:pPr algn="r"/>
            <a:r>
              <a:rPr lang="en-US" sz="2000" b="1" dirty="0" err="1">
                <a:latin typeface="Aptos" panose="020B0004020202020204" pitchFamily="34" charset="0"/>
              </a:rPr>
              <a:t>Tác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lang="en-US" sz="2000" b="1" dirty="0" err="1">
                <a:latin typeface="Aptos" panose="020B0004020202020204" pitchFamily="34" charset="0"/>
              </a:rPr>
              <a:t>giả</a:t>
            </a:r>
            <a:r>
              <a:rPr lang="en-US" sz="2000" b="1" dirty="0">
                <a:latin typeface="Aptos" panose="020B0004020202020204" pitchFamily="34" charset="0"/>
              </a:rPr>
              <a:t>:</a:t>
            </a:r>
            <a:r>
              <a:rPr lang="en-US" sz="2000" dirty="0">
                <a:latin typeface="Aptos" panose="020B0004020202020204" pitchFamily="34" charset="0"/>
              </a:rPr>
              <a:t> Sok Kim Thanh </a:t>
            </a:r>
          </a:p>
          <a:p>
            <a:pPr algn="r"/>
            <a:r>
              <a:rPr lang="en-US" sz="2000" b="1" dirty="0" err="1">
                <a:latin typeface="Aptos" panose="020B0004020202020204" pitchFamily="34" charset="0"/>
              </a:rPr>
              <a:t>Vị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lang="en-US" sz="2000" b="1" dirty="0" err="1">
                <a:latin typeface="Aptos" panose="020B0004020202020204" pitchFamily="34" charset="0"/>
              </a:rPr>
              <a:t>trí</a:t>
            </a:r>
            <a:r>
              <a:rPr lang="en-US" sz="2000" b="1" dirty="0">
                <a:latin typeface="Aptos" panose="020B0004020202020204" pitchFamily="34" charset="0"/>
              </a:rPr>
              <a:t>:</a:t>
            </a:r>
            <a:r>
              <a:rPr lang="en-US" sz="2000" dirty="0">
                <a:latin typeface="Aptos" panose="020B0004020202020204" pitchFamily="34" charset="0"/>
              </a:rPr>
              <a:t> Full-Stack Developer </a:t>
            </a:r>
          </a:p>
          <a:p>
            <a:pPr algn="r"/>
            <a:r>
              <a:rPr lang="en-US" sz="2000" b="1" dirty="0" err="1">
                <a:latin typeface="Aptos" panose="020B0004020202020204" pitchFamily="34" charset="0"/>
              </a:rPr>
              <a:t>Ngày</a:t>
            </a:r>
            <a:r>
              <a:rPr lang="en-US" sz="2000" b="1" dirty="0">
                <a:latin typeface="Aptos" panose="020B0004020202020204" pitchFamily="34" charset="0"/>
              </a:rPr>
              <a:t>:</a:t>
            </a:r>
            <a:r>
              <a:rPr lang="en-US" sz="2000" dirty="0">
                <a:latin typeface="Aptos" panose="020B0004020202020204" pitchFamily="34" charset="0"/>
              </a:rPr>
              <a:t> 03/01/2026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41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A86B93D-0879-4BC3-B616-90E504482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0E885D-F4D2-48FD-95D9-DA0751F3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D7191-1C38-3349-FA2D-0C056BB8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992" y="2307409"/>
            <a:ext cx="3157577" cy="3747316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Compliance Report System (Mini)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9EC1CB8-4497-451C-9F6C-6BC9B650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55992" y="2146542"/>
            <a:ext cx="315757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A599AF7C-8D7E-4D1B-AB28-587084B3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3F3DA8C-8046-A541-6974-47FD8B62B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447686"/>
              </p:ext>
            </p:extLst>
          </p:nvPr>
        </p:nvGraphicFramePr>
        <p:xfrm>
          <a:off x="1136347" y="803275"/>
          <a:ext cx="5913437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86567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45466-39A7-3D0D-AA3A-02E2C834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Vấn đề &amp; Nhu cầu (The Problem)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8661B25B-197C-47F9-3BA5-25E8BA53D7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5594" y="1240077"/>
            <a:ext cx="6034827" cy="49164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Thực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trạng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Việc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kiểm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khoản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tuân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(GDPR, CCPA)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trong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hợp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đồng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hiện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nay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chủ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yếu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làm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Nỗi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đau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(Pain points):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Tốn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thời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gian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Mất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nhiều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giờ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rà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soát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một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hợp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đồng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dài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Rủi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ro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cao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Dễ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bỏ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sót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lỗi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pháp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nhỏ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nhưng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gây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hậu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quả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lớn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Chi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phí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Cần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ngũ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pháp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chế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chuyên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nghiệp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vận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tục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118866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8F552-2AB0-90A3-D4E2-E02422E5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dirty="0" err="1">
                <a:latin typeface="Aptos" panose="020B0004020202020204" pitchFamily="34" charset="0"/>
              </a:rPr>
              <a:t>Giải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dirty="0" err="1">
                <a:latin typeface="Aptos" panose="020B0004020202020204" pitchFamily="34" charset="0"/>
              </a:rPr>
              <a:t>pháp</a:t>
            </a:r>
            <a:r>
              <a:rPr lang="en-GB" dirty="0">
                <a:latin typeface="Aptos" panose="020B0004020202020204" pitchFamily="34" charset="0"/>
              </a:rPr>
              <a:t> &amp; </a:t>
            </a:r>
            <a:r>
              <a:rPr lang="en-GB" dirty="0" err="1">
                <a:latin typeface="Aptos" panose="020B0004020202020204" pitchFamily="34" charset="0"/>
              </a:rPr>
              <a:t>Mục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dirty="0" err="1">
                <a:latin typeface="Aptos" panose="020B0004020202020204" pitchFamily="34" charset="0"/>
              </a:rPr>
              <a:t>tiêu</a:t>
            </a:r>
            <a:r>
              <a:rPr lang="en-GB" dirty="0">
                <a:latin typeface="Aptos" panose="020B0004020202020204" pitchFamily="34" charset="0"/>
              </a:rPr>
              <a:t> (The Solution)</a:t>
            </a:r>
            <a:endParaRPr lang="en-US" dirty="0">
              <a:latin typeface="Aptos" panose="020B00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7F6B56-422C-8FC1-5036-80497F069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75926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199918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D6AE9-620F-010F-FB5B-F1CFA5B9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GB" sz="2500" dirty="0" err="1">
                <a:solidFill>
                  <a:srgbClr val="FFFFFF"/>
                </a:solidFill>
                <a:latin typeface="Aptos" panose="020B0004020202020204" pitchFamily="34" charset="0"/>
              </a:rPr>
              <a:t>Kiến</a:t>
            </a:r>
            <a:r>
              <a:rPr lang="en-GB" sz="25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GB" sz="2500" dirty="0" err="1">
                <a:solidFill>
                  <a:srgbClr val="FFFFFF"/>
                </a:solidFill>
                <a:latin typeface="Aptos" panose="020B0004020202020204" pitchFamily="34" charset="0"/>
              </a:rPr>
              <a:t>trúc</a:t>
            </a:r>
            <a:r>
              <a:rPr lang="en-GB" sz="25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GB" sz="2500" dirty="0" err="1">
                <a:solidFill>
                  <a:srgbClr val="FFFFFF"/>
                </a:solidFill>
                <a:latin typeface="Aptos" panose="020B0004020202020204" pitchFamily="34" charset="0"/>
              </a:rPr>
              <a:t>hệ</a:t>
            </a:r>
            <a:r>
              <a:rPr lang="en-GB" sz="25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GB" sz="2500" dirty="0" err="1">
                <a:solidFill>
                  <a:srgbClr val="FFFFFF"/>
                </a:solidFill>
                <a:latin typeface="Aptos" panose="020B0004020202020204" pitchFamily="34" charset="0"/>
              </a:rPr>
              <a:t>thống</a:t>
            </a:r>
            <a:r>
              <a:rPr lang="en-GB" sz="2500" dirty="0">
                <a:solidFill>
                  <a:srgbClr val="FFFFFF"/>
                </a:solidFill>
                <a:latin typeface="Aptos" panose="020B0004020202020204" pitchFamily="34" charset="0"/>
              </a:rPr>
              <a:t> (System Architecture)</a:t>
            </a:r>
            <a:endParaRPr lang="en-US" sz="2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86B01D-C6D8-9F7F-2CE6-6F2F85CC5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5594" y="1240077"/>
            <a:ext cx="6034827" cy="49164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Mô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hình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Hybrid Microservices: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Frontend: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React + Tailwind CSS (UX/UI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mượt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, responsive).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Backend Gateway: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ASP.NET Core 9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Xử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Auth, Quản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File, PostgreSQL).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AI Service: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Python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(Chuyên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trách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xử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NLP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OpenAI API).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Môi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trường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Đóng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gói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hoàn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toàn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bằng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Docker.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18B5E0DB-5184-35BE-7597-5734E4D27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1200"/>
            <a:ext cx="12192000" cy="255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359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D4197-5E6A-2BF0-F6C8-919D7CB3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Quy </a:t>
            </a:r>
            <a:r>
              <a:rPr lang="en-GB" dirty="0" err="1">
                <a:latin typeface="Aptos" panose="020B0004020202020204" pitchFamily="34" charset="0"/>
              </a:rPr>
              <a:t>trình</a:t>
            </a:r>
            <a:r>
              <a:rPr lang="en-GB" dirty="0">
                <a:latin typeface="Aptos" panose="020B0004020202020204" pitchFamily="34" charset="0"/>
              </a:rPr>
              <a:t> AI &amp; Prompt Engineering</a:t>
            </a:r>
            <a:endParaRPr lang="en-US" dirty="0">
              <a:latin typeface="Aptos" panose="020B00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C5645E0F-2A0A-C8A2-345D-C06CCCE80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499354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61354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Camera lens close up">
            <a:extLst>
              <a:ext uri="{FF2B5EF4-FFF2-40B4-BE49-F238E27FC236}">
                <a16:creationId xmlns:a16="http://schemas.microsoft.com/office/drawing/2014/main" id="{37E291DA-E89A-A1FD-B527-A2683133B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28" r="-1" b="-1"/>
          <a:stretch>
            <a:fillRect/>
          </a:stretch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61460-91D2-87B1-359C-FBBD4CE0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511" y="3236470"/>
            <a:ext cx="6832500" cy="125260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400" dirty="0">
                <a:solidFill>
                  <a:srgbClr val="FFFFFE"/>
                </a:solidFill>
                <a:latin typeface="Aptos" panose="020B0004020202020204" pitchFamily="34" charset="0"/>
              </a:rPr>
              <a:t>Demo	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509" y="4666480"/>
            <a:ext cx="6832499" cy="0"/>
          </a:xfrm>
          <a:prstGeom prst="line">
            <a:avLst/>
          </a:prstGeom>
          <a:ln w="31750">
            <a:solidFill>
              <a:srgbClr val="A27D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12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A340-F351-A6C3-1A99-992DA902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DevOps &amp; </a:t>
            </a:r>
            <a:r>
              <a:rPr lang="en-US" dirty="0" err="1">
                <a:latin typeface="Aptos" panose="020B0004020202020204" pitchFamily="34" charset="0"/>
              </a:rPr>
              <a:t>Khả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năng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mở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rộng</a:t>
            </a:r>
            <a:r>
              <a:rPr lang="en-US" dirty="0">
                <a:latin typeface="Aptos" panose="020B0004020202020204" pitchFamily="34" charset="0"/>
              </a:rPr>
              <a:t> (Scalability)</a:t>
            </a:r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AD67DBB2-FCE8-B1F0-F988-2B2B4F898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167473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145747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F508A-08E2-3151-C085-10E6E4F4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700" dirty="0" err="1">
                <a:solidFill>
                  <a:srgbClr val="FFFFFF"/>
                </a:solidFill>
                <a:latin typeface="Aptos" panose="020B0004020202020204" pitchFamily="34" charset="0"/>
              </a:rPr>
              <a:t>Kết</a:t>
            </a:r>
            <a:r>
              <a:rPr lang="en-US" sz="27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Aptos" panose="020B0004020202020204" pitchFamily="34" charset="0"/>
              </a:rPr>
              <a:t>luận</a:t>
            </a:r>
            <a:r>
              <a:rPr lang="en-US" sz="2700" dirty="0">
                <a:solidFill>
                  <a:srgbClr val="FFFFFF"/>
                </a:solidFill>
                <a:latin typeface="Aptos" panose="020B0004020202020204" pitchFamily="34" charset="0"/>
              </a:rPr>
              <a:t> &amp; </a:t>
            </a:r>
            <a:r>
              <a:rPr lang="en-US" sz="2700" dirty="0" err="1">
                <a:solidFill>
                  <a:srgbClr val="FFFFFF"/>
                </a:solidFill>
                <a:latin typeface="Aptos" panose="020B0004020202020204" pitchFamily="34" charset="0"/>
              </a:rPr>
              <a:t>Giá</a:t>
            </a:r>
            <a:r>
              <a:rPr lang="en-US" sz="27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Aptos" panose="020B0004020202020204" pitchFamily="34" charset="0"/>
              </a:rPr>
              <a:t>trị</a:t>
            </a:r>
            <a:r>
              <a:rPr lang="en-US" sz="2700" dirty="0">
                <a:solidFill>
                  <a:srgbClr val="FFFFFF"/>
                </a:solidFill>
                <a:latin typeface="Aptos" panose="020B0004020202020204" pitchFamily="34" charset="0"/>
              </a:rPr>
              <a:t> (Conclusion)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113A01-9456-F4E1-22A2-779048145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5594" y="1240077"/>
            <a:ext cx="6034827" cy="49164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Tại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sao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dự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án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này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phù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hợp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với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Mobile Oasis?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Kết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hợp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nhuần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nhuyễn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giữa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Phần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mềm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truyền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thống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duy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thiết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kế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hệ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thống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bảo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mật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rộng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cao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Sẵn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sàng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giải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quyết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vấn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Compliance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mà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ty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đang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quan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tâm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Lời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kết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Cảm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sẵn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sàng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phần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Q&amp;A.</a:t>
            </a:r>
          </a:p>
        </p:txBody>
      </p:sp>
    </p:spTree>
    <p:extLst>
      <p:ext uri="{BB962C8B-B14F-4D97-AF65-F5344CB8AC3E}">
        <p14:creationId xmlns:p14="http://schemas.microsoft.com/office/powerpoint/2010/main" val="34194840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C1947-74FE-1D60-35D3-E0759A556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vi-VN" sz="5600" dirty="0">
                <a:solidFill>
                  <a:srgbClr val="454545"/>
                </a:solidFill>
                <a:latin typeface="Aptos" panose="020B0004020202020204" pitchFamily="34" charset="0"/>
              </a:rPr>
              <a:t>Thiết lập Hạ tầng &amp; Cấu trúc Cơ sở dữ liệu (Database)</a:t>
            </a:r>
            <a:endParaRPr lang="en-US" sz="5600" dirty="0">
              <a:solidFill>
                <a:srgbClr val="454545"/>
              </a:solidFill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7BE83-A70F-F114-8E5D-0EF58A121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Infrastructure &amp; Database Architecture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30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AF841-67D0-2AF4-6AE1-FAD227F2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 err="1">
                <a:latin typeface="Aptos" panose="020B0004020202020204" pitchFamily="34" charset="0"/>
              </a:rPr>
              <a:t>Hạ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tầng</a:t>
            </a:r>
            <a:r>
              <a:rPr lang="en-US" dirty="0">
                <a:latin typeface="Aptos" panose="020B0004020202020204" pitchFamily="34" charset="0"/>
              </a:rPr>
              <a:t> Containerization (Docker):</a:t>
            </a:r>
            <a:br>
              <a:rPr lang="en-US" dirty="0">
                <a:latin typeface="Aptos" panose="020B0004020202020204" pitchFamily="34" charset="0"/>
              </a:rPr>
            </a:br>
            <a:endParaRPr lang="en-US" dirty="0">
              <a:latin typeface="Aptos" panose="020B000402020202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ED11854F-391B-BCBE-7051-05060C0E1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6910947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6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FAF99-3397-158D-43B2-E840A547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54523-4AD8-9C3F-C6A6-91649F567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de-DE" dirty="0">
                <a:latin typeface="Aptos" panose="020B0004020202020204" pitchFamily="34" charset="0"/>
              </a:rPr>
              <a:t>Cấu trúc bảng (Schema Design):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5D2D1D7-12D3-9EB9-C869-28F3E4A3A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497975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859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0B102-8058-7E3B-8789-890A0D88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0F195-7552-D126-8F2D-5152FE3E2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3600" dirty="0" err="1">
                <a:latin typeface="Aptos" panose="020B0004020202020204" pitchFamily="34" charset="0"/>
              </a:rPr>
              <a:t>Tính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tự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động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hóa</a:t>
            </a:r>
            <a:r>
              <a:rPr lang="en-US" sz="3600" dirty="0">
                <a:latin typeface="Aptos" panose="020B0004020202020204" pitchFamily="34" charset="0"/>
              </a:rPr>
              <a:t>: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ptos" panose="020B00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ptos" panose="020B0004020202020204" pitchFamily="34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4054-4AE3-C701-5F10-4503E7E47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vert="horz" lIns="91440" tIns="91440" rIns="91440" bIns="91440" rtlCol="0" anchor="ctr">
            <a:normAutofit/>
          </a:bodyPr>
          <a:lstStyle/>
          <a:p>
            <a:pPr marL="0" indent="0">
              <a:buNone/>
            </a:pP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Tích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hợp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thư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mục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db-init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để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tự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động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khởi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tạo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cấu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trúc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bảng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ngay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khi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khởi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động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hệ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thống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lần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ptos" panose="020B0004020202020204" pitchFamily="34" charset="0"/>
              </a:rPr>
              <a:t>đầu</a:t>
            </a:r>
            <a:r>
              <a:rPr lang="en-US" cap="all" dirty="0">
                <a:solidFill>
                  <a:srgbClr val="000000"/>
                </a:solidFill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14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D8230-5CBC-2D05-046D-A66F4E53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71" y="1584552"/>
            <a:ext cx="9099255" cy="2537251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5600" dirty="0" err="1">
                <a:solidFill>
                  <a:srgbClr val="454545"/>
                </a:solidFill>
                <a:latin typeface="Aptos" panose="020B0004020202020204" pitchFamily="34" charset="0"/>
              </a:rPr>
              <a:t>Xây</a:t>
            </a:r>
            <a:r>
              <a:rPr lang="en-US" sz="5600" dirty="0">
                <a:solidFill>
                  <a:srgbClr val="454545"/>
                </a:solidFill>
                <a:latin typeface="Aptos" panose="020B0004020202020204" pitchFamily="34" charset="0"/>
              </a:rPr>
              <a:t> </a:t>
            </a:r>
            <a:r>
              <a:rPr lang="en-US" sz="5600" dirty="0" err="1">
                <a:solidFill>
                  <a:srgbClr val="454545"/>
                </a:solidFill>
                <a:latin typeface="Aptos" panose="020B0004020202020204" pitchFamily="34" charset="0"/>
              </a:rPr>
              <a:t>dựng</a:t>
            </a:r>
            <a:r>
              <a:rPr lang="en-US" sz="5600" dirty="0">
                <a:solidFill>
                  <a:srgbClr val="454545"/>
                </a:solidFill>
                <a:latin typeface="Aptos" panose="020B0004020202020204" pitchFamily="34" charset="0"/>
              </a:rPr>
              <a:t> Backend .NET 9 - Module File Upload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B99AC-C9E6-9A15-B0D8-397C72AA3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5372" y="4133234"/>
            <a:ext cx="9120954" cy="744373"/>
          </a:xfrm>
        </p:spPr>
        <p:txBody>
          <a:bodyPr vert="horz" lIns="91440" tIns="91440" rIns="91440" bIns="91440" rtlCol="0">
            <a:normAutofit/>
          </a:bodyPr>
          <a:lstStyle/>
          <a:p>
            <a:pPr algn="ctr"/>
            <a:r>
              <a:rPr lang="en-US" cap="all" dirty="0">
                <a:solidFill>
                  <a:schemeClr val="accent1"/>
                </a:solidFill>
                <a:latin typeface="Aptos" panose="020B0004020202020204" pitchFamily="34" charset="0"/>
              </a:rPr>
              <a:t>Scalable Backend Development with .NET 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36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8A956-FE2B-E076-21AE-7407D876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Công </a:t>
            </a:r>
            <a:r>
              <a:rPr lang="en-US" dirty="0" err="1">
                <a:latin typeface="Aptos" panose="020B0004020202020204" pitchFamily="34" charset="0"/>
              </a:rPr>
              <a:t>nghệ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sử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dụng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7A9E16E-2343-255D-F469-B7057740F6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960867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7089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33EFF-41BD-8954-EB4C-62ADEF21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vi-VN" b="1" dirty="0"/>
              <a:t>Cấu trúc thư mục chuyên nghiệp:</a:t>
            </a:r>
            <a:br>
              <a:rPr lang="vi-VN" dirty="0"/>
            </a:b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8C47609-91D2-8C50-FB04-41BBC58576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62366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8122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6A413-2B79-5208-3B67-B44724B9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3000" b="1" dirty="0"/>
              <a:t>Quy </a:t>
            </a:r>
            <a:r>
              <a:rPr lang="en-US" sz="3000" b="1" dirty="0" err="1"/>
              <a:t>trình</a:t>
            </a:r>
            <a:r>
              <a:rPr lang="en-US" sz="3000" b="1" dirty="0"/>
              <a:t> </a:t>
            </a:r>
            <a:r>
              <a:rPr lang="en-US" sz="3000" b="1" dirty="0" err="1"/>
              <a:t>xử</a:t>
            </a:r>
            <a:r>
              <a:rPr lang="en-US" sz="3000" b="1" dirty="0"/>
              <a:t> </a:t>
            </a:r>
            <a:r>
              <a:rPr lang="en-US" sz="3000" b="1" dirty="0" err="1"/>
              <a:t>lý</a:t>
            </a:r>
            <a:r>
              <a:rPr lang="en-US" sz="3000" b="1" dirty="0"/>
              <a:t> </a:t>
            </a:r>
            <a:r>
              <a:rPr lang="en-US" sz="3000" b="1" dirty="0" err="1"/>
              <a:t>yêu</a:t>
            </a:r>
            <a:r>
              <a:rPr lang="en-US" sz="3000" b="1" dirty="0"/>
              <a:t> </a:t>
            </a:r>
            <a:r>
              <a:rPr lang="en-US" sz="3000" b="1" dirty="0" err="1"/>
              <a:t>cầu</a:t>
            </a:r>
            <a:r>
              <a:rPr lang="en-US" sz="3000" b="1" dirty="0"/>
              <a:t> (Request Pipeline):</a:t>
            </a:r>
            <a:br>
              <a:rPr lang="en-US" sz="3000" dirty="0"/>
            </a:br>
            <a:endParaRPr lang="en-US" sz="30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Rectangle 1">
            <a:extLst>
              <a:ext uri="{FF2B5EF4-FFF2-40B4-BE49-F238E27FC236}">
                <a16:creationId xmlns:a16="http://schemas.microsoft.com/office/drawing/2014/main" id="{D89FFE2B-2A37-0502-2E08-5B2C6FC411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822696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2387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1482E-298C-24AB-C53E-84466469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B1796-1A7F-41DE-EF96-0313CFB07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7200">
                <a:solidFill>
                  <a:srgbClr val="454545"/>
                </a:solidFill>
              </a:rPr>
              <a:t>Luồng xử lý File Upload &amp; Bảo mật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9CA3D-8B82-1621-684A-28D8B92DF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chemeClr val="accent1"/>
                </a:solidFill>
              </a:rPr>
              <a:t>Secure Upload Workflow &amp; Data Integrity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238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4EC9B-12D7-4D15-E57E-415D4B6C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6FE1E6-1155-46CD-9113-BC03DDD53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DFCE9-814C-46CF-8B54-3DF7C405D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B585B-07D2-1833-FB64-3EDC4FA9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1" y="5008500"/>
            <a:ext cx="9603272" cy="960755"/>
          </a:xfrm>
        </p:spPr>
        <p:txBody>
          <a:bodyPr anchor="t">
            <a:normAutofit/>
          </a:bodyPr>
          <a:lstStyle/>
          <a:p>
            <a:r>
              <a:rPr lang="vi-VN" dirty="0"/>
              <a:t>Quy trình 4 bước tiêu chuẩn: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EA8DE4-CCC2-431B-8C80-EA90145DB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4826256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4CB4C886-8576-4974-AB93-DE953D243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1505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386762-7F04-4308-9C63-5F9B6DD51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2880ADF-2CE6-5CA4-7AC9-F8951B0AFE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681101"/>
              </p:ext>
            </p:extLst>
          </p:nvPr>
        </p:nvGraphicFramePr>
        <p:xfrm>
          <a:off x="1450975" y="933450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375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F1115-3826-F0D2-E631-9368CFA0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/>
              <a:t>Tính bảo mật:</a:t>
            </a:r>
            <a:br>
              <a:rPr lang="en-US"/>
            </a:b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82DB5C51-BB0E-8D56-0CF5-A992D3C18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077405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8029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A4844-11FB-E736-E9D8-CBC2B56C4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 err="1">
                <a:solidFill>
                  <a:srgbClr val="454545"/>
                </a:solidFill>
              </a:rPr>
              <a:t>Giải</a:t>
            </a:r>
            <a:r>
              <a:rPr lang="en-US" sz="5600" dirty="0">
                <a:solidFill>
                  <a:srgbClr val="454545"/>
                </a:solidFill>
              </a:rPr>
              <a:t> </a:t>
            </a:r>
            <a:r>
              <a:rPr lang="en-US" sz="5600" dirty="0" err="1">
                <a:solidFill>
                  <a:srgbClr val="454545"/>
                </a:solidFill>
              </a:rPr>
              <a:t>quyết</a:t>
            </a:r>
            <a:r>
              <a:rPr lang="en-US" sz="5600" dirty="0">
                <a:solidFill>
                  <a:srgbClr val="454545"/>
                </a:solidFill>
              </a:rPr>
              <a:t> </a:t>
            </a:r>
            <a:r>
              <a:rPr lang="en-US" sz="5600" dirty="0" err="1">
                <a:solidFill>
                  <a:srgbClr val="454545"/>
                </a:solidFill>
              </a:rPr>
              <a:t>thách</a:t>
            </a:r>
            <a:r>
              <a:rPr lang="en-US" sz="5600" dirty="0">
                <a:solidFill>
                  <a:srgbClr val="454545"/>
                </a:solidFill>
              </a:rPr>
              <a:t> </a:t>
            </a:r>
            <a:r>
              <a:rPr lang="en-US" sz="5600" dirty="0" err="1">
                <a:solidFill>
                  <a:srgbClr val="454545"/>
                </a:solidFill>
              </a:rPr>
              <a:t>thức</a:t>
            </a:r>
            <a:r>
              <a:rPr lang="en-US" sz="5600" dirty="0">
                <a:solidFill>
                  <a:srgbClr val="454545"/>
                </a:solidFill>
              </a:rPr>
              <a:t> </a:t>
            </a:r>
            <a:r>
              <a:rPr lang="en-US" sz="5600" dirty="0" err="1">
                <a:solidFill>
                  <a:srgbClr val="454545"/>
                </a:solidFill>
              </a:rPr>
              <a:t>kỹ</a:t>
            </a:r>
            <a:r>
              <a:rPr lang="en-US" sz="5600" dirty="0">
                <a:solidFill>
                  <a:srgbClr val="454545"/>
                </a:solidFill>
              </a:rPr>
              <a:t> </a:t>
            </a:r>
            <a:r>
              <a:rPr lang="en-US" sz="5600" dirty="0" err="1">
                <a:solidFill>
                  <a:srgbClr val="454545"/>
                </a:solidFill>
              </a:rPr>
              <a:t>thuật</a:t>
            </a:r>
            <a:r>
              <a:rPr lang="en-US" sz="5600" dirty="0">
                <a:solidFill>
                  <a:srgbClr val="454545"/>
                </a:solidFill>
              </a:rPr>
              <a:t> (Technical Challenges)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6C15C1D-0F6C-CC6D-BE47-A84E39AE4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Problem Solving &amp; Optimization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848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DBFD61-2B2D-1D1D-8D4E-155603E1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 err="1"/>
              <a:t>Thách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1: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(Foreign Key Constraint):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8E1AE901-DFD4-C438-A534-27CE069B2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745881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572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754D-B5CA-CC8C-D410-88F421A4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err="1"/>
              <a:t>Thách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2: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bộ</a:t>
            </a:r>
            <a:r>
              <a:rPr lang="en-US"/>
              <a:t> </a:t>
            </a:r>
            <a:r>
              <a:rPr lang="en-US" err="1"/>
              <a:t>hóa</a:t>
            </a:r>
            <a:r>
              <a:rPr lang="en-US"/>
              <a:t> Schema:</a:t>
            </a:r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28EA635C-59C2-48A5-F3C1-7BFD9E130E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34721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0355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FD6EDB49-211E-499D-9A08-6C5FF3D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8F9F37E-D3CF-4F3D-96C2-25307819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FFF17D-767C-40E7-8C89-962F1F54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69F39E1-619D-4D9E-8823-8BD8CC32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8C53F47-DF50-454F-A5A6-6B969748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noFill/>
          <a:ln>
            <a:solidFill>
              <a:srgbClr val="4545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F6677-00A3-BE84-39D8-E8E1B093F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6053"/>
            <a:ext cx="9405891" cy="1002990"/>
          </a:xfrm>
        </p:spPr>
        <p:txBody>
          <a:bodyPr anchor="ctr">
            <a:normAutofit/>
          </a:bodyPr>
          <a:lstStyle/>
          <a:p>
            <a:r>
              <a:rPr lang="en-US" sz="2700" b="1" dirty="0" err="1">
                <a:latin typeface="Aptos" panose="020B0004020202020204" pitchFamily="34" charset="0"/>
              </a:rPr>
              <a:t>Thách</a:t>
            </a:r>
            <a:r>
              <a:rPr lang="en-US" sz="2700" b="1" dirty="0">
                <a:latin typeface="Aptos" panose="020B0004020202020204" pitchFamily="34" charset="0"/>
              </a:rPr>
              <a:t> </a:t>
            </a:r>
            <a:r>
              <a:rPr lang="en-US" sz="2700" b="1" dirty="0" err="1">
                <a:latin typeface="Aptos" panose="020B0004020202020204" pitchFamily="34" charset="0"/>
              </a:rPr>
              <a:t>thức</a:t>
            </a:r>
            <a:r>
              <a:rPr lang="en-US" sz="2700" b="1" dirty="0">
                <a:latin typeface="Aptos" panose="020B0004020202020204" pitchFamily="34" charset="0"/>
              </a:rPr>
              <a:t> 3: Quản </a:t>
            </a:r>
            <a:r>
              <a:rPr lang="en-US" sz="2700" b="1" dirty="0" err="1">
                <a:latin typeface="Aptos" panose="020B0004020202020204" pitchFamily="34" charset="0"/>
              </a:rPr>
              <a:t>lý</a:t>
            </a:r>
            <a:r>
              <a:rPr lang="en-US" sz="2700" b="1" dirty="0">
                <a:latin typeface="Aptos" panose="020B0004020202020204" pitchFamily="34" charset="0"/>
              </a:rPr>
              <a:t> </a:t>
            </a:r>
            <a:r>
              <a:rPr lang="en-US" sz="2700" b="1" dirty="0" err="1">
                <a:latin typeface="Aptos" panose="020B0004020202020204" pitchFamily="34" charset="0"/>
              </a:rPr>
              <a:t>tệp</a:t>
            </a:r>
            <a:r>
              <a:rPr lang="en-US" sz="2700" b="1" dirty="0">
                <a:latin typeface="Aptos" panose="020B0004020202020204" pitchFamily="34" charset="0"/>
              </a:rPr>
              <a:t> tin </a:t>
            </a:r>
            <a:r>
              <a:rPr lang="en-US" sz="2700" b="1" dirty="0" err="1">
                <a:latin typeface="Aptos" panose="020B0004020202020204" pitchFamily="34" charset="0"/>
              </a:rPr>
              <a:t>trong</a:t>
            </a:r>
            <a:r>
              <a:rPr lang="en-US" sz="2700" b="1" dirty="0">
                <a:latin typeface="Aptos" panose="020B0004020202020204" pitchFamily="34" charset="0"/>
              </a:rPr>
              <a:t> Docker</a:t>
            </a:r>
            <a:br>
              <a:rPr lang="en-US" sz="2700" dirty="0">
                <a:latin typeface="Aptos" panose="020B0004020202020204" pitchFamily="34" charset="0"/>
              </a:rPr>
            </a:b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F583F-AB43-5062-5968-A8B50D023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464991"/>
            <a:ext cx="9405891" cy="2403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i="1" dirty="0">
                <a:latin typeface="Aptos" panose="020B0004020202020204" pitchFamily="34" charset="0"/>
              </a:rPr>
              <a:t>Giải pháp:</a:t>
            </a:r>
            <a:r>
              <a:rPr lang="vi-VN" dirty="0">
                <a:latin typeface="Aptos" panose="020B0004020202020204" pitchFamily="34" charset="0"/>
              </a:rPr>
              <a:t> Sử dụng </a:t>
            </a:r>
            <a:r>
              <a:rPr lang="vi-VN" b="1" dirty="0">
                <a:latin typeface="Aptos" panose="020B0004020202020204" pitchFamily="34" charset="0"/>
              </a:rPr>
              <a:t>Bind Mounts</a:t>
            </a:r>
            <a:r>
              <a:rPr lang="vi-VN" dirty="0">
                <a:latin typeface="Aptos" panose="020B0004020202020204" pitchFamily="34" charset="0"/>
              </a:rPr>
              <a:t> để ánh xạ dữ liệu từ Container ra máy vật lý, giúp dễ dàng kiểm tra và sao lưu dữ liệu.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6A26901A-BC62-4A3A-A07A-65E1F3DDD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95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8B3BA5-09F4-B6F5-8DC2-4BE237303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vi-VN" sz="6100" b="1" dirty="0">
                <a:solidFill>
                  <a:srgbClr val="454545"/>
                </a:solidFill>
                <a:latin typeface="Aptos" panose="020B0004020202020204" pitchFamily="34" charset="0"/>
              </a:rPr>
              <a:t>Kết quả đạt được &amp; Hướng phát triển</a:t>
            </a:r>
            <a:endParaRPr lang="en-US" sz="6100" dirty="0">
              <a:solidFill>
                <a:srgbClr val="454545"/>
              </a:solidFill>
              <a:latin typeface="Aptos" panose="020B00040202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0B0AB90-309E-5476-F14D-DC39A6AF6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Current Milestone &amp; Future Roadmap</a:t>
            </a:r>
            <a:endParaRPr lang="en-US">
              <a:solidFill>
                <a:schemeClr val="accent1"/>
              </a:solidFill>
            </a:endParaRPr>
          </a:p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265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3D609-FA19-105E-3697-D76199E4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58DB8FA8-F3B0-3E6C-B5A6-434AF2C9D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25761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4009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54F891EB-ED45-44C3-95D6-FFB2EC07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A385B8-7C85-4CE0-AE3A-00EB627B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1DCB8-0995-38B2-45D5-924CFB29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05" y="804519"/>
            <a:ext cx="3241820" cy="4431360"/>
          </a:xfrm>
        </p:spPr>
        <p:txBody>
          <a:bodyPr anchor="ctr">
            <a:normAutofit/>
          </a:bodyPr>
          <a:lstStyle/>
          <a:p>
            <a:r>
              <a:rPr lang="en-US" b="1"/>
              <a:t>Giai đoạn tiếp theo (Phase 2):</a:t>
            </a:r>
            <a:br>
              <a:rPr lang="en-US"/>
            </a:br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9AF263B-E208-40DF-A182-5193478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45156" y="890353"/>
            <a:ext cx="0" cy="457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EB385-138C-F56F-6F90-4745424B6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63" y="804520"/>
            <a:ext cx="6102559" cy="4431359"/>
          </a:xfrm>
        </p:spPr>
        <p:txBody>
          <a:bodyPr anchor="ctr">
            <a:normAutofit/>
          </a:bodyPr>
          <a:lstStyle/>
          <a:p>
            <a:pPr lvl="1"/>
            <a:r>
              <a:rPr lang="vi-VN"/>
              <a:t>Tích hợp </a:t>
            </a:r>
            <a:r>
              <a:rPr lang="vi-VN" b="1"/>
              <a:t>Python AI Service</a:t>
            </a:r>
            <a:r>
              <a:rPr lang="vi-VN"/>
              <a:t> (FastAPI).</a:t>
            </a:r>
          </a:p>
          <a:p>
            <a:pPr lvl="1"/>
            <a:r>
              <a:rPr lang="vi-VN"/>
              <a:t>Xây dựng cơ chế </a:t>
            </a:r>
            <a:r>
              <a:rPr lang="vi-VN" b="1"/>
              <a:t>Shared Volume</a:t>
            </a:r>
            <a:r>
              <a:rPr lang="vi-VN"/>
              <a:t> để Python có thể đọc file trực tiếp từ Backend .NET.</a:t>
            </a:r>
          </a:p>
          <a:p>
            <a:pPr lvl="1"/>
            <a:r>
              <a:rPr lang="vi-VN"/>
              <a:t>Sử dụng LLM (OpenAI/Gemini) để phân tích nội dung tệp tin.</a:t>
            </a:r>
          </a:p>
          <a:p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CC0100C-A457-45B1-8A8B-8740F43EC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90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403D0-5516-77D8-3E85-FB3851A6E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5000" b="1" dirty="0">
                <a:solidFill>
                  <a:srgbClr val="454545"/>
                </a:solidFill>
                <a:latin typeface="Aptos" panose="020B0004020202020204" pitchFamily="34" charset="0"/>
              </a:rPr>
              <a:t>Giai </a:t>
            </a:r>
            <a:r>
              <a:rPr lang="en-US" sz="5000" b="1" dirty="0" err="1">
                <a:solidFill>
                  <a:srgbClr val="454545"/>
                </a:solidFill>
                <a:latin typeface="Aptos" panose="020B0004020202020204" pitchFamily="34" charset="0"/>
              </a:rPr>
              <a:t>đoạn</a:t>
            </a:r>
            <a:r>
              <a:rPr lang="en-US" sz="5000" b="1" dirty="0">
                <a:solidFill>
                  <a:srgbClr val="454545"/>
                </a:solidFill>
                <a:latin typeface="Aptos" panose="020B0004020202020204" pitchFamily="34" charset="0"/>
              </a:rPr>
              <a:t> 2: AI Intelligence &amp; Compliance Analysis</a:t>
            </a:r>
            <a:r>
              <a:rPr lang="en-US" sz="5000" dirty="0">
                <a:solidFill>
                  <a:srgbClr val="454545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6BA8CA4-9998-CFFD-3969-B0C4829C5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AI Intelligence &amp; Compliance Analysis</a:t>
            </a:r>
            <a:r>
              <a:rPr lang="en-US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850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8924E5-E114-CD48-55F4-FCE48E874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966" y="1427304"/>
            <a:ext cx="8686800" cy="3241515"/>
          </a:xfrm>
        </p:spPr>
        <p:txBody>
          <a:bodyPr anchor="ctr">
            <a:normAutofit/>
          </a:bodyPr>
          <a:lstStyle/>
          <a:p>
            <a:r>
              <a:rPr lang="vi-VN" sz="5400" b="1"/>
              <a:t>Chuyển đổi từ Lưu trữ sang Trí tuệ</a:t>
            </a:r>
            <a:endParaRPr lang="en-US" sz="54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5AFAEB7-F55D-9E44-AE83-B9E324126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966" y="5132139"/>
            <a:ext cx="8686800" cy="631270"/>
          </a:xfrm>
        </p:spPr>
        <p:txBody>
          <a:bodyPr>
            <a:normAutofit/>
          </a:bodyPr>
          <a:lstStyle/>
          <a:p>
            <a:r>
              <a:rPr lang="en-GB" b="1" dirty="0"/>
              <a:t>Phase 2 - AI-Powered Compliance Intelligence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1094758"/>
            <a:ext cx="86868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4923706"/>
            <a:ext cx="86868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92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0ACF-8C9D-B2D2-1E9F-6AA042F8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Phase 2 - AI-Powered Compliance Intelligence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09AEC-A870-7F95-27DE-DB7FD6770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b="1" dirty="0"/>
              <a:t>Mục tiêu:</a:t>
            </a:r>
            <a:r>
              <a:rPr lang="vi-VN" dirty="0"/>
              <a:t> Biến các tệp tin "tĩnh" từ Giai đoạn 1 thành các báo cáo tuân thủ "động".</a:t>
            </a:r>
          </a:p>
          <a:p>
            <a:r>
              <a:rPr lang="vi-VN" b="1" dirty="0"/>
              <a:t>Giá trị cốt lõi:</a:t>
            </a:r>
            <a:r>
              <a:rPr lang="vi-VN" dirty="0"/>
              <a:t> Thay thế quy trình kiểm kê thủ công 4 tiếng bằng hệ thống phân tích tự động trong 10 giây.</a:t>
            </a:r>
          </a:p>
          <a:p>
            <a:r>
              <a:rPr lang="vi-VN" b="1" dirty="0"/>
              <a:t>Phạm vi:</a:t>
            </a:r>
            <a:endParaRPr lang="vi-VN" dirty="0"/>
          </a:p>
          <a:p>
            <a:pPr lvl="1"/>
            <a:r>
              <a:rPr lang="vi-VN" dirty="0"/>
              <a:t>Trích xuất nội dung từ PDF/Docx.</a:t>
            </a:r>
          </a:p>
          <a:p>
            <a:pPr lvl="1"/>
            <a:r>
              <a:rPr lang="vi-VN" dirty="0"/>
              <a:t>Đối chiếu với bộ quy tắc CCPA (California Consumer Privacy Act).</a:t>
            </a:r>
          </a:p>
          <a:p>
            <a:pPr lvl="1"/>
            <a:r>
              <a:rPr lang="vi-VN" dirty="0"/>
              <a:t>Xếp hạng mức độ tuân thủ (Compliance Scoring).</a:t>
            </a:r>
          </a:p>
          <a:p>
            <a:r>
              <a:rPr lang="vi-VN" b="1" dirty="0"/>
              <a:t>Gợi ý hình ảnh:</a:t>
            </a:r>
            <a:r>
              <a:rPr lang="vi-VN" dirty="0"/>
              <a:t> Sơ đồ chuyển đổi từ một icon "File PDF" đi qua một "Bộ não AI" và ra một "Bảng Dashboard kết quả".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98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105CE8-36F1-0908-7A58-C12141C4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966" y="1427304"/>
            <a:ext cx="8686800" cy="3241515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GB" sz="5400" dirty="0" err="1"/>
              <a:t>Kiến</a:t>
            </a:r>
            <a:r>
              <a:rPr lang="en-GB" sz="5400" dirty="0"/>
              <a:t> </a:t>
            </a:r>
            <a:r>
              <a:rPr lang="en-GB" sz="5400" dirty="0" err="1"/>
              <a:t>trúc</a:t>
            </a:r>
            <a:r>
              <a:rPr lang="en-GB" sz="5400" dirty="0"/>
              <a:t> Microservices &amp; Shared Storage</a:t>
            </a:r>
            <a:endParaRPr 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1500F-F5D2-D93B-3BE2-C0C5053C9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2966" y="5132139"/>
            <a:ext cx="8686800" cy="631270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en-US" b="1" dirty="0"/>
              <a:t>Seamless Integration: .NET &amp; Python Communication</a:t>
            </a:r>
            <a:endParaRPr lang="en-US" b="1" cap="all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1094758"/>
            <a:ext cx="86868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4923706"/>
            <a:ext cx="86868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590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5E781F-49A7-C7DF-0990-82FF8FAFC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Seamless Integration: </a:t>
            </a:r>
            <a:br>
              <a:rPr lang="en-US" dirty="0"/>
            </a:br>
            <a:r>
              <a:rPr lang="en-US" dirty="0"/>
              <a:t>.NET &amp; Python Communication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071071-8D5F-677D-409B-2E12ADB18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b="1" dirty="0"/>
              <a:t>Cơ chế Shared Volume (Docker):</a:t>
            </a:r>
            <a:endParaRPr lang="vi-VN" dirty="0"/>
          </a:p>
          <a:p>
            <a:pPr lvl="1"/>
            <a:r>
              <a:rPr lang="vi-VN" dirty="0"/>
              <a:t>Sử dụng chung vùng lưu trữ dữ liệu để tối ưu hiệu suất, tránh việc Upload tệp tin hai lần.</a:t>
            </a:r>
          </a:p>
          <a:p>
            <a:pPr lvl="1"/>
            <a:r>
              <a:rPr lang="vi-VN" b="1" dirty="0"/>
              <a:t>Backend .NET:</a:t>
            </a:r>
            <a:r>
              <a:rPr lang="vi-VN" dirty="0"/>
              <a:t> Giữ vai trò ghi dữ liệu (Writer).</a:t>
            </a:r>
          </a:p>
          <a:p>
            <a:pPr lvl="1"/>
            <a:r>
              <a:rPr lang="vi-VN" b="1" dirty="0"/>
              <a:t>Python AI Service:</a:t>
            </a:r>
            <a:r>
              <a:rPr lang="vi-VN" dirty="0"/>
              <a:t> Giữ vai trò đọc dữ liệu (Reader).</a:t>
            </a:r>
          </a:p>
          <a:p>
            <a:r>
              <a:rPr lang="vi-VN" b="1" dirty="0"/>
              <a:t>Giao tiếp nội bộ (Internal API):</a:t>
            </a:r>
            <a:endParaRPr lang="vi-VN" dirty="0"/>
          </a:p>
          <a:p>
            <a:pPr lvl="1"/>
            <a:r>
              <a:rPr lang="vi-VN" dirty="0"/>
              <a:t>Sử dụng REST API (FastAPI) để kích hoạt tiến trình phân tích ngay khi file được lưu thành công.</a:t>
            </a:r>
          </a:p>
          <a:p>
            <a:pPr lvl="1"/>
            <a:r>
              <a:rPr lang="vi-VN" dirty="0"/>
              <a:t>Đảm bảo tính bất đồng bộ (Asynchronous) để không làm treo hệ thống khi xử lý tệp tin lớn.</a:t>
            </a:r>
          </a:p>
          <a:p>
            <a:r>
              <a:rPr lang="vi-VN" b="1" dirty="0"/>
              <a:t>Gợi ý hình ảnh:</a:t>
            </a:r>
            <a:r>
              <a:rPr lang="vi-VN" dirty="0"/>
              <a:t> Sơ đồ 2 Container (.NET và Python) cùng trỏ vào một thư mục chung InternalStorage.</a:t>
            </a:r>
          </a:p>
        </p:txBody>
      </p:sp>
    </p:spTree>
    <p:extLst>
      <p:ext uri="{BB962C8B-B14F-4D97-AF65-F5344CB8AC3E}">
        <p14:creationId xmlns:p14="http://schemas.microsoft.com/office/powerpoint/2010/main" val="185065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18DAD5-11A3-F0D5-7B22-95798ACD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966" y="1427304"/>
            <a:ext cx="8686800" cy="3241515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5400" dirty="0"/>
              <a:t>Python AI Service – </a:t>
            </a:r>
            <a:br>
              <a:rPr lang="en-US" sz="5400" dirty="0"/>
            </a:br>
            <a:r>
              <a:rPr lang="en-US" sz="5400" dirty="0"/>
              <a:t>"</a:t>
            </a:r>
            <a:r>
              <a:rPr lang="en-US" sz="5400" dirty="0" err="1"/>
              <a:t>Trái</a:t>
            </a:r>
            <a:r>
              <a:rPr lang="en-US" sz="5400" dirty="0"/>
              <a:t> </a:t>
            </a:r>
            <a:r>
              <a:rPr lang="en-US" sz="5400" dirty="0" err="1"/>
              <a:t>tim</a:t>
            </a:r>
            <a:r>
              <a:rPr lang="en-US" sz="5400" dirty="0"/>
              <a:t>" </a:t>
            </a:r>
            <a:r>
              <a:rPr lang="en-US" sz="5400" dirty="0" err="1"/>
              <a:t>của</a:t>
            </a:r>
            <a:r>
              <a:rPr lang="en-US" sz="5400" dirty="0"/>
              <a:t> </a:t>
            </a:r>
            <a:r>
              <a:rPr lang="en-US" sz="5400" dirty="0" err="1"/>
              <a:t>hệ</a:t>
            </a:r>
            <a:r>
              <a:rPr lang="en-US" sz="5400" dirty="0"/>
              <a:t> </a:t>
            </a:r>
            <a:r>
              <a:rPr lang="en-US" sz="5400" dirty="0" err="1"/>
              <a:t>thống</a:t>
            </a:r>
            <a:endParaRPr 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315E0-9145-075A-F2AB-5D504DA5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2966" y="5132139"/>
            <a:ext cx="8686800" cy="631270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en-GB" dirty="0"/>
              <a:t>Deep Document Processing with Python </a:t>
            </a:r>
            <a:r>
              <a:rPr lang="en-GB" dirty="0" err="1"/>
              <a:t>FastAPI</a:t>
            </a:r>
            <a:endParaRPr lang="en-US" cap="all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1094758"/>
            <a:ext cx="86868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4923706"/>
            <a:ext cx="86868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76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F76BAD-060E-76C9-8496-1EC8EEE4D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 dirty="0" err="1"/>
              <a:t>Tại</a:t>
            </a:r>
            <a:r>
              <a:rPr lang="en-US" b="1" dirty="0"/>
              <a:t> </a:t>
            </a:r>
            <a:r>
              <a:rPr lang="en-US" b="1" dirty="0" err="1"/>
              <a:t>sao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 Python &amp; </a:t>
            </a:r>
            <a:r>
              <a:rPr lang="en-US" b="1" dirty="0" err="1"/>
              <a:t>FastAPI</a:t>
            </a:r>
            <a:r>
              <a:rPr lang="en-US" b="1" dirty="0"/>
              <a:t>?</a:t>
            </a:r>
            <a:br>
              <a:rPr lang="en-US" dirty="0"/>
            </a:b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Rectangle 1">
            <a:extLst>
              <a:ext uri="{FF2B5EF4-FFF2-40B4-BE49-F238E27FC236}">
                <a16:creationId xmlns:a16="http://schemas.microsoft.com/office/drawing/2014/main" id="{F91A67AD-AF9B-9457-C20B-20997F6DF0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22725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3F0D44-E9DA-42FF-AE05-134BF7DDD937}"/>
              </a:ext>
            </a:extLst>
          </p:cNvPr>
          <p:cNvSpPr txBox="1"/>
          <p:nvPr/>
        </p:nvSpPr>
        <p:spPr>
          <a:xfrm>
            <a:off x="1451579" y="192856"/>
            <a:ext cx="9603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Aptos" panose="020B0004020202020204" pitchFamily="34" charset="0"/>
              </a:rPr>
              <a:t>Deep Document Processing with Python </a:t>
            </a:r>
            <a:r>
              <a:rPr lang="en-GB" sz="3200" dirty="0" err="1">
                <a:latin typeface="Aptos" panose="020B0004020202020204" pitchFamily="34" charset="0"/>
              </a:rPr>
              <a:t>FastAPI</a:t>
            </a:r>
            <a:endParaRPr lang="en-US" sz="3200" cap="al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353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mputer Generated Lights">
            <a:extLst>
              <a:ext uri="{FF2B5EF4-FFF2-40B4-BE49-F238E27FC236}">
                <a16:creationId xmlns:a16="http://schemas.microsoft.com/office/drawing/2014/main" id="{75C435C3-3E9D-C709-FF64-5463ABA37B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41" r="-1" b="15543"/>
          <a:stretch>
            <a:fillRect/>
          </a:stretch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F49FA-79E6-1500-7A66-B40C2F1C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511" y="3236470"/>
            <a:ext cx="6832500" cy="125260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100" dirty="0">
                <a:solidFill>
                  <a:srgbClr val="FFFFFE"/>
                </a:solidFill>
              </a:rPr>
              <a:t>LLM Integration &amp; Prompt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DA83D-1FBE-60AC-F6BE-AE2FB2525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5511" y="4669144"/>
            <a:ext cx="6832499" cy="716529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en-US" sz="1600" cap="all">
                <a:solidFill>
                  <a:srgbClr val="FFFFFE"/>
                </a:solidFill>
              </a:rPr>
              <a:t>Brain Power: OpenAI &amp; Compliance Ruleset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509" y="4666480"/>
            <a:ext cx="6832499" cy="0"/>
          </a:xfrm>
          <a:prstGeom prst="line">
            <a:avLst/>
          </a:prstGeom>
          <a:ln w="31750">
            <a:solidFill>
              <a:srgbClr val="12CEE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560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3D4D4E-83AA-1426-650C-00E2CA80D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Brain Power: OpenAI &amp; Compliance Ruleset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9B654F-D1BA-FAB7-4D37-EEF32F1B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594" y="1240077"/>
            <a:ext cx="6034827" cy="4916465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vi-VN" b="1" dirty="0"/>
              <a:t>Tích hợp LLM (OpenAI/Gemini API):</a:t>
            </a:r>
            <a:endParaRPr lang="vi-VN" dirty="0"/>
          </a:p>
          <a:p>
            <a:pPr lvl="1">
              <a:lnSpc>
                <a:spcPct val="110000"/>
              </a:lnSpc>
            </a:pPr>
            <a:r>
              <a:rPr lang="vi-VN" dirty="0"/>
              <a:t>Gửi nội dung đã trích xuất sang mô hình ngôn ngữ lớn (GPT-4o/Gemini Pro).</a:t>
            </a:r>
          </a:p>
          <a:p>
            <a:pPr>
              <a:lnSpc>
                <a:spcPct val="110000"/>
              </a:lnSpc>
            </a:pPr>
            <a:r>
              <a:rPr lang="vi-VN" b="1" dirty="0"/>
              <a:t>Prompt Engineering (Kỹ nghệ câu lệnh):</a:t>
            </a:r>
            <a:endParaRPr lang="vi-VN" dirty="0"/>
          </a:p>
          <a:p>
            <a:pPr lvl="1">
              <a:lnSpc>
                <a:spcPct val="110000"/>
              </a:lnSpc>
            </a:pPr>
            <a:r>
              <a:rPr lang="vi-VN" dirty="0"/>
              <a:t>Xây dựng hệ thống câu lệnh chuyên gia để AI đóng vai trò là một Luật sư số (Digital Lawyer).</a:t>
            </a:r>
          </a:p>
          <a:p>
            <a:pPr lvl="1">
              <a:lnSpc>
                <a:spcPct val="110000"/>
              </a:lnSpc>
            </a:pPr>
            <a:r>
              <a:rPr lang="vi-VN" dirty="0"/>
              <a:t>Yêu cầu AI trả về kết quả định dạng </a:t>
            </a:r>
            <a:r>
              <a:rPr lang="vi-VN" b="1" dirty="0"/>
              <a:t>JSON</a:t>
            </a:r>
            <a:r>
              <a:rPr lang="vi-VN" dirty="0"/>
              <a:t> để Backend dễ dàng xử lý và hiển thị.</a:t>
            </a:r>
          </a:p>
          <a:p>
            <a:pPr>
              <a:lnSpc>
                <a:spcPct val="110000"/>
              </a:lnSpc>
            </a:pPr>
            <a:r>
              <a:rPr lang="vi-VN" b="1" dirty="0"/>
              <a:t>Tiêu chuẩn kiểm tra:</a:t>
            </a:r>
            <a:r>
              <a:rPr lang="vi-VN" dirty="0"/>
              <a:t> Tập trung vào các điều khoản CCPA như: Quyền truy cập, Quyền xóa dữ liệu, Quyền từ chối bán thông tin cá nhân.</a:t>
            </a:r>
          </a:p>
          <a:p>
            <a:pPr>
              <a:lnSpc>
                <a:spcPct val="110000"/>
              </a:lnSpc>
            </a:pPr>
            <a:r>
              <a:rPr lang="vi-VN" b="1" dirty="0"/>
              <a:t>Gợi ý hình ảnh:</a:t>
            </a:r>
            <a:r>
              <a:rPr lang="vi-VN" dirty="0"/>
              <a:t> Một đoạn JSON kết quả minh họa (Score: 85, Violation: Missing opt-out link...).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212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E76FAD-EEEC-B683-8D3F-8AEB67BB2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71" y="1584552"/>
            <a:ext cx="9099255" cy="2537251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7200" dirty="0" err="1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Kết</a:t>
            </a:r>
            <a:r>
              <a:rPr lang="en-US" sz="7200" dirty="0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 </a:t>
            </a:r>
            <a:r>
              <a:rPr lang="en-US" sz="7200" dirty="0" err="1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quả</a:t>
            </a:r>
            <a:r>
              <a:rPr lang="en-US" sz="7200" dirty="0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 &amp; </a:t>
            </a:r>
            <a:r>
              <a:rPr lang="en-US" sz="7200" dirty="0" err="1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Tầm</a:t>
            </a:r>
            <a:r>
              <a:rPr lang="en-US" sz="7200" dirty="0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 </a:t>
            </a:r>
            <a:r>
              <a:rPr lang="en-US" sz="7200" dirty="0" err="1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nhìn</a:t>
            </a:r>
            <a:r>
              <a:rPr lang="en-US" sz="7200" dirty="0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 </a:t>
            </a:r>
            <a:r>
              <a:rPr lang="en-US" sz="7200" dirty="0" err="1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tương</a:t>
            </a:r>
            <a:r>
              <a:rPr lang="en-US" sz="7200" dirty="0">
                <a:solidFill>
                  <a:srgbClr val="454545"/>
                </a:solidFill>
                <a:latin typeface="Aptos" panose="020B0004020202020204" pitchFamily="34" charset="0"/>
                <a:cs typeface="Aharoni" panose="020F0502020204030204" pitchFamily="2" charset="-79"/>
              </a:rPr>
              <a:t> lai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3A9BB-6D00-4919-4630-3D0956F9A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5372" y="4133234"/>
            <a:ext cx="9120954" cy="744373"/>
          </a:xfrm>
        </p:spPr>
        <p:txBody>
          <a:bodyPr vert="horz" lIns="91440" tIns="91440" rIns="91440" bIns="91440" rtlCol="0">
            <a:normAutofit/>
          </a:bodyPr>
          <a:lstStyle/>
          <a:p>
            <a:pPr algn="ctr"/>
            <a:r>
              <a:rPr lang="en-US" cap="all">
                <a:solidFill>
                  <a:schemeClr val="accent1"/>
                </a:solidFill>
              </a:rPr>
              <a:t>Impact &amp; Scalable Roadmap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41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8BFB-A9BC-A9A3-7E03-DDEA9A18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Impact &amp; Scalable Roadmap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6D60DEB-984F-459F-903F-70C22ED75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6399" y="2012810"/>
            <a:ext cx="3987234" cy="3459865"/>
            <a:chOff x="7630846" y="2123762"/>
            <a:chExt cx="3987234" cy="3481923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1EDB061-0E85-4441-ACC1-A54FD9708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0846" y="2123762"/>
              <a:ext cx="3987234" cy="3481923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1A04EB8-D461-4C6D-84CB-5A61CFFFC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9809" y="2294169"/>
              <a:ext cx="3674494" cy="314996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Black and white finish line">
            <a:extLst>
              <a:ext uri="{FF2B5EF4-FFF2-40B4-BE49-F238E27FC236}">
                <a16:creationId xmlns:a16="http://schemas.microsoft.com/office/drawing/2014/main" id="{CCC011A0-AAF8-6D23-C8A9-4AA0FA65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8" r="9226" b="-1"/>
          <a:stretch>
            <a:fillRect/>
          </a:stretch>
        </p:blipFill>
        <p:spPr>
          <a:xfrm>
            <a:off x="1927590" y="2491733"/>
            <a:ext cx="3023917" cy="2500948"/>
          </a:xfrm>
          <a:prstGeom prst="rect">
            <a:avLst/>
          </a:prstGeom>
        </p:spPr>
      </p:pic>
      <p:graphicFrame>
        <p:nvGraphicFramePr>
          <p:cNvPr id="119" name="Rectangle 2">
            <a:extLst>
              <a:ext uri="{FF2B5EF4-FFF2-40B4-BE49-F238E27FC236}">
                <a16:creationId xmlns:a16="http://schemas.microsoft.com/office/drawing/2014/main" id="{2CB85312-266E-E63E-45CE-906857A32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3585405"/>
              </p:ext>
            </p:extLst>
          </p:nvPr>
        </p:nvGraphicFramePr>
        <p:xfrm>
          <a:off x="5913909" y="2015734"/>
          <a:ext cx="514094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119476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175</TotalTime>
  <Words>1980</Words>
  <Application>Microsoft Office PowerPoint</Application>
  <PresentationFormat>Widescreen</PresentationFormat>
  <Paragraphs>153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Aptos</vt:lpstr>
      <vt:lpstr>Arial</vt:lpstr>
      <vt:lpstr>Gallery</vt:lpstr>
      <vt:lpstr>AI-Powered Compliance Report System</vt:lpstr>
      <vt:lpstr>Compliance Report System (Mini)</vt:lpstr>
      <vt:lpstr>Vấn đề &amp; Nhu cầu (The Problem)</vt:lpstr>
      <vt:lpstr>Giải pháp &amp; Mục tiêu (The Solution)</vt:lpstr>
      <vt:lpstr>Kiến trúc hệ thống (System Architecture)</vt:lpstr>
      <vt:lpstr>Quy trình AI &amp; Prompt Engineering</vt:lpstr>
      <vt:lpstr>Demo </vt:lpstr>
      <vt:lpstr>DevOps &amp; Khả năng mở rộng (Scalability)</vt:lpstr>
      <vt:lpstr>Kết luận &amp; Giá trị (Conclusion)</vt:lpstr>
      <vt:lpstr>Thiết lập Hạ tầng &amp; Cấu trúc Cơ sở dữ liệu (Database)</vt:lpstr>
      <vt:lpstr>Hạ tầng Containerization (Docker): </vt:lpstr>
      <vt:lpstr>Cấu trúc bảng (Schema Design):</vt:lpstr>
      <vt:lpstr>Tính tự động hóa:</vt:lpstr>
      <vt:lpstr>Xây dựng Backend .NET 9 - Module File Upload</vt:lpstr>
      <vt:lpstr>Công nghệ sử dụng:</vt:lpstr>
      <vt:lpstr>Cấu trúc thư mục chuyên nghiệp: </vt:lpstr>
      <vt:lpstr>Quy trình xử lý yêu cầu (Request Pipeline): </vt:lpstr>
      <vt:lpstr>Luồng xử lý File Upload &amp; Bảo mật</vt:lpstr>
      <vt:lpstr>Quy trình 4 bước tiêu chuẩn:</vt:lpstr>
      <vt:lpstr>Tính bảo mật: </vt:lpstr>
      <vt:lpstr>Giải quyết thách thức kỹ thuật (Technical Challenges)</vt:lpstr>
      <vt:lpstr>Thách thức 1: Ràng buộc Khóa ngoại (Foreign Key Constraint):</vt:lpstr>
      <vt:lpstr>Thách thức 2: Đồng bộ hóa Schema:</vt:lpstr>
      <vt:lpstr>Thách thức 3: Quản lý tệp tin trong Docker </vt:lpstr>
      <vt:lpstr>Kết quả đạt được &amp; Hướng phát triển</vt:lpstr>
      <vt:lpstr>Kết quả: </vt:lpstr>
      <vt:lpstr>Giai đoạn tiếp theo (Phase 2): </vt:lpstr>
      <vt:lpstr>Giai đoạn 2: AI Intelligence &amp; Compliance Analysis.</vt:lpstr>
      <vt:lpstr>Chuyển đổi từ Lưu trữ sang Trí tuệ</vt:lpstr>
      <vt:lpstr>Phase 2 - AI-Powered Compliance Intelligence </vt:lpstr>
      <vt:lpstr>Kiến trúc Microservices &amp; Shared Storage</vt:lpstr>
      <vt:lpstr>Seamless Integration:  .NET &amp; Python Communication</vt:lpstr>
      <vt:lpstr>Python AI Service –  "Trái tim" của hệ thống</vt:lpstr>
      <vt:lpstr>Tại sao chọn Python &amp; FastAPI? </vt:lpstr>
      <vt:lpstr>LLM Integration &amp; Prompt Engineering</vt:lpstr>
      <vt:lpstr>Brain Power: OpenAI &amp; Compliance Ruleset</vt:lpstr>
      <vt:lpstr>Kết quả &amp; Tầm nhìn tương lai</vt:lpstr>
      <vt:lpstr>Impact &amp; Scalable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Sok Kim</dc:creator>
  <cp:lastModifiedBy>Thanh Sok Kim</cp:lastModifiedBy>
  <cp:revision>39</cp:revision>
  <dcterms:created xsi:type="dcterms:W3CDTF">2026-01-03T12:44:16Z</dcterms:created>
  <dcterms:modified xsi:type="dcterms:W3CDTF">2026-01-04T16:28:44Z</dcterms:modified>
</cp:coreProperties>
</file>